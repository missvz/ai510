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18"/>
  </p:notesMasterIdLst>
  <p:sldIdLst>
    <p:sldId id="256" r:id="rId2"/>
    <p:sldId id="320" r:id="rId3"/>
    <p:sldId id="299" r:id="rId4"/>
    <p:sldId id="300" r:id="rId5"/>
    <p:sldId id="301" r:id="rId6"/>
    <p:sldId id="318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2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77BD"/>
    <a:srgbClr val="00B0F0"/>
    <a:srgbClr val="0952AB"/>
    <a:srgbClr val="D7E9FF"/>
    <a:srgbClr val="D4EF91"/>
    <a:srgbClr val="0E4D78"/>
    <a:srgbClr val="1161A3"/>
    <a:srgbClr val="143D98"/>
    <a:srgbClr val="B2FCAE"/>
    <a:srgbClr val="ABF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095D2-1F15-1EFA-CDD7-8117D2A7B0F6}" v="3" dt="2022-09-18T16:48:45.493"/>
    <p1510:client id="{2A97AB7C-5379-8843-1EF7-180591D7602D}" v="3" dt="2022-11-16T19:39:05.759"/>
    <p1510:client id="{45218F4E-6A9B-C16C-6FF5-76EF84E01FF7}" v="2" dt="2022-11-16T19:51:47.524"/>
    <p1510:client id="{7014320E-2321-FE3D-40CC-714502D1580D}" v="8" dt="2023-01-05T17:15:24.951"/>
    <p1510:client id="{752E69E9-BB30-BAAD-22C9-925785105FF2}" v="81" dt="2022-08-01T16:15:36.374"/>
    <p1510:client id="{ACCE84E1-9728-333C-EBBF-1916A21879AF}" v="1" dt="2022-11-16T19:56:21.842"/>
    <p1510:client id="{B5C94FC4-F1FA-E2C9-C56A-05115963B07B}" v="1336" dt="2022-07-27T05:17:19.505"/>
    <p1510:client id="{C6921996-E51E-1701-B430-F1E131BD6C66}" v="26" dt="2022-11-16T19:49:46.098"/>
    <p1510:client id="{D6F97422-4FA8-64D1-0871-0291C5B00F19}" v="8" dt="2022-11-16T19:47:10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8" autoAdjust="0"/>
    <p:restoredTop sz="94289" autoAdjust="0"/>
  </p:normalViewPr>
  <p:slideViewPr>
    <p:cSldViewPr snapToGrid="0">
      <p:cViewPr varScale="1">
        <p:scale>
          <a:sx n="109" d="100"/>
          <a:sy n="109" d="100"/>
        </p:scale>
        <p:origin x="55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 Mao" userId="S::maohao@cityu.edu::5873b64d-cbe8-401a-861a-76d923642fe8" providerId="AD" clId="Web-{752E69E9-BB30-BAAD-22C9-925785105FF2}"/>
    <pc:docChg chg="modSld">
      <pc:chgData name="Hao Mao" userId="S::maohao@cityu.edu::5873b64d-cbe8-401a-861a-76d923642fe8" providerId="AD" clId="Web-{752E69E9-BB30-BAAD-22C9-925785105FF2}" dt="2022-08-01T16:15:36.374" v="78" actId="20577"/>
      <pc:docMkLst>
        <pc:docMk/>
      </pc:docMkLst>
      <pc:sldChg chg="modSp">
        <pc:chgData name="Hao Mao" userId="S::maohao@cityu.edu::5873b64d-cbe8-401a-861a-76d923642fe8" providerId="AD" clId="Web-{752E69E9-BB30-BAAD-22C9-925785105FF2}" dt="2022-08-01T15:53:44.474" v="28" actId="20577"/>
        <pc:sldMkLst>
          <pc:docMk/>
          <pc:sldMk cId="3960939486" sldId="299"/>
        </pc:sldMkLst>
        <pc:spChg chg="mod">
          <ac:chgData name="Hao Mao" userId="S::maohao@cityu.edu::5873b64d-cbe8-401a-861a-76d923642fe8" providerId="AD" clId="Web-{752E69E9-BB30-BAAD-22C9-925785105FF2}" dt="2022-08-01T15:53:44.474" v="28" actId="20577"/>
          <ac:spMkLst>
            <pc:docMk/>
            <pc:sldMk cId="3960939486" sldId="299"/>
            <ac:spMk id="3" creationId="{00000000-0000-0000-0000-000000000000}"/>
          </ac:spMkLst>
        </pc:spChg>
      </pc:sldChg>
      <pc:sldChg chg="addSp delSp modSp">
        <pc:chgData name="Hao Mao" userId="S::maohao@cityu.edu::5873b64d-cbe8-401a-861a-76d923642fe8" providerId="AD" clId="Web-{752E69E9-BB30-BAAD-22C9-925785105FF2}" dt="2022-08-01T15:59:49.472" v="57" actId="14100"/>
        <pc:sldMkLst>
          <pc:docMk/>
          <pc:sldMk cId="3657936976" sldId="302"/>
        </pc:sldMkLst>
        <pc:spChg chg="mod or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4" creationId="{00000000-0000-0000-0000-000000000000}"/>
          </ac:spMkLst>
        </pc:spChg>
        <pc:spChg chg="add del mod">
          <ac:chgData name="Hao Mao" userId="S::maohao@cityu.edu::5873b64d-cbe8-401a-861a-76d923642fe8" providerId="AD" clId="Web-{752E69E9-BB30-BAAD-22C9-925785105FF2}" dt="2022-08-01T15:58:41.910" v="38"/>
          <ac:spMkLst>
            <pc:docMk/>
            <pc:sldMk cId="3657936976" sldId="302"/>
            <ac:spMk id="7" creationId="{C2D7560B-EEF8-15C5-C8E8-E6ABFDD38AEA}"/>
          </ac:spMkLst>
        </pc:spChg>
        <pc:spChg chg="del">
          <ac:chgData name="Hao Mao" userId="S::maohao@cityu.edu::5873b64d-cbe8-401a-861a-76d923642fe8" providerId="AD" clId="Web-{752E69E9-BB30-BAAD-22C9-925785105FF2}" dt="2022-08-01T15:58:46.738" v="39"/>
          <ac:spMkLst>
            <pc:docMk/>
            <pc:sldMk cId="3657936976" sldId="302"/>
            <ac:spMk id="11" creationId="{E8BED655-2EC5-4704-ADD4-A91564533138}"/>
          </ac:spMkLst>
        </pc:spChg>
        <pc:spChg chg="del">
          <ac:chgData name="Hao Mao" userId="S::maohao@cityu.edu::5873b64d-cbe8-401a-861a-76d923642fe8" providerId="AD" clId="Web-{752E69E9-BB30-BAAD-22C9-925785105FF2}" dt="2022-08-01T15:58:46.738" v="39"/>
          <ac:spMkLst>
            <pc:docMk/>
            <pc:sldMk cId="3657936976" sldId="302"/>
            <ac:spMk id="13" creationId="{CBA419E7-4B43-4FA7-846D-76D394A32F0C}"/>
          </ac:spMkLst>
        </pc:spChg>
        <pc:spChg chg="del">
          <ac:chgData name="Hao Mao" userId="S::maohao@cityu.edu::5873b64d-cbe8-401a-861a-76d923642fe8" providerId="AD" clId="Web-{752E69E9-BB30-BAAD-22C9-925785105FF2}" dt="2022-08-01T15:58:46.738" v="39"/>
          <ac:spMkLst>
            <pc:docMk/>
            <pc:sldMk cId="3657936976" sldId="302"/>
            <ac:spMk id="15" creationId="{F7D34090-8F5C-4A49-8452-7328D66324D1}"/>
          </ac:spMkLst>
        </pc:spChg>
        <pc:spChg chg="del">
          <ac:chgData name="Hao Mao" userId="S::maohao@cityu.edu::5873b64d-cbe8-401a-861a-76d923642fe8" providerId="AD" clId="Web-{752E69E9-BB30-BAAD-22C9-925785105FF2}" dt="2022-08-01T15:58:46.738" v="39"/>
          <ac:spMkLst>
            <pc:docMk/>
            <pc:sldMk cId="3657936976" sldId="302"/>
            <ac:spMk id="17" creationId="{1B55B7B2-03F9-46F2-AE7C-2AC5156F40D3}"/>
          </ac:spMkLst>
        </pc:spChg>
        <pc:spChg chg="del">
          <ac:chgData name="Hao Mao" userId="S::maohao@cityu.edu::5873b64d-cbe8-401a-861a-76d923642fe8" providerId="AD" clId="Web-{752E69E9-BB30-BAAD-22C9-925785105FF2}" dt="2022-08-01T15:58:46.738" v="39"/>
          <ac:spMkLst>
            <pc:docMk/>
            <pc:sldMk cId="3657936976" sldId="302"/>
            <ac:spMk id="19" creationId="{E08D4B6A-8113-4DFB-B82E-B60CAC8E0A50}"/>
          </ac:spMkLst>
        </pc:spChg>
        <pc:spChg chg="del">
          <ac:chgData name="Hao Mao" userId="S::maohao@cityu.edu::5873b64d-cbe8-401a-861a-76d923642fe8" providerId="AD" clId="Web-{752E69E9-BB30-BAAD-22C9-925785105FF2}" dt="2022-08-01T15:58:46.738" v="39"/>
          <ac:spMkLst>
            <pc:docMk/>
            <pc:sldMk cId="3657936976" sldId="302"/>
            <ac:spMk id="21" creationId="{9822E561-F97C-4CBB-A9A6-A6BF6317BC84}"/>
          </ac:spMkLst>
        </pc:spChg>
        <pc:spChg chg="del">
          <ac:chgData name="Hao Mao" userId="S::maohao@cityu.edu::5873b64d-cbe8-401a-861a-76d923642fe8" providerId="AD" clId="Web-{752E69E9-BB30-BAAD-22C9-925785105FF2}" dt="2022-08-01T15:58:46.738" v="39"/>
          <ac:spMkLst>
            <pc:docMk/>
            <pc:sldMk cId="3657936976" sldId="302"/>
            <ac:spMk id="23" creationId="{B01B0E58-A5C8-4CDA-A2E0-35DF94E59857}"/>
          </ac:spMkLst>
        </pc:spChg>
        <pc:spChg chg="add del mod">
          <ac:chgData name="Hao Mao" userId="S::maohao@cityu.edu::5873b64d-cbe8-401a-861a-76d923642fe8" providerId="AD" clId="Web-{752E69E9-BB30-BAAD-22C9-925785105FF2}" dt="2022-08-01T15:59:40.347" v="55"/>
          <ac:spMkLst>
            <pc:docMk/>
            <pc:sldMk cId="3657936976" sldId="302"/>
            <ac:spMk id="27" creationId="{1E5AC717-41FF-D210-E319-A80235A32C17}"/>
          </ac:spMkLst>
        </pc:spChg>
        <pc:spChg chg="add del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30" creationId="{2A28AC4B-805D-4091-A648-61572081C7FB}"/>
          </ac:spMkLst>
        </pc:spChg>
        <pc:spChg chg="add del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32" creationId="{39373A6F-2E1F-4613-8E1D-D68057D29F31}"/>
          </ac:spMkLst>
        </pc:spChg>
        <pc:spChg chg="add del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34" creationId="{A6D733BE-061E-4600-B6A3-62A68EF2C687}"/>
          </ac:spMkLst>
        </pc:spChg>
        <pc:spChg chg="ad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39" creationId="{0E830057-F4EE-412A-8526-36BE1CE18C85}"/>
          </ac:spMkLst>
        </pc:spChg>
        <pc:spChg chg="ad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41" creationId="{BAAEBA82-E2D4-4653-AEE3-E95B330DDA21}"/>
          </ac:spMkLst>
        </pc:spChg>
        <pc:spChg chg="ad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43" creationId="{2386509E-DAF8-4DA0-B09B-FA3FB341C2BC}"/>
          </ac:spMkLst>
        </pc:spChg>
        <pc:spChg chg="ad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45" creationId="{44E11946-6976-4B44-971A-07BFBE9544A6}"/>
          </ac:spMkLst>
        </pc:spChg>
        <pc:spChg chg="ad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47" creationId="{85DD9E25-AB50-4F01-9CA6-96497CDE72C2}"/>
          </ac:spMkLst>
        </pc:spChg>
        <pc:spChg chg="ad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49" creationId="{707788D3-E467-4E25-A5E9-FD41795BD551}"/>
          </ac:spMkLst>
        </pc:spChg>
        <pc:spChg chg="add">
          <ac:chgData name="Hao Mao" userId="S::maohao@cityu.edu::5873b64d-cbe8-401a-861a-76d923642fe8" providerId="AD" clId="Web-{752E69E9-BB30-BAAD-22C9-925785105FF2}" dt="2022-08-01T15:59:44.379" v="56"/>
          <ac:spMkLst>
            <pc:docMk/>
            <pc:sldMk cId="3657936976" sldId="302"/>
            <ac:spMk id="51" creationId="{E12301D8-0106-4E04-A846-C29A66593704}"/>
          </ac:spMkLst>
        </pc:spChg>
        <pc:picChg chg="del mod">
          <ac:chgData name="Hao Mao" userId="S::maohao@cityu.edu::5873b64d-cbe8-401a-861a-76d923642fe8" providerId="AD" clId="Web-{752E69E9-BB30-BAAD-22C9-925785105FF2}" dt="2022-08-01T15:58:33.426" v="37"/>
          <ac:picMkLst>
            <pc:docMk/>
            <pc:sldMk cId="3657936976" sldId="302"/>
            <ac:picMk id="6" creationId="{642D94D8-7D08-1053-5E17-CB9CE2A8C16A}"/>
          </ac:picMkLst>
        </pc:picChg>
        <pc:picChg chg="add del mod ord">
          <ac:chgData name="Hao Mao" userId="S::maohao@cityu.edu::5873b64d-cbe8-401a-861a-76d923642fe8" providerId="AD" clId="Web-{752E69E9-BB30-BAAD-22C9-925785105FF2}" dt="2022-08-01T15:59:33.550" v="54"/>
          <ac:picMkLst>
            <pc:docMk/>
            <pc:sldMk cId="3657936976" sldId="302"/>
            <ac:picMk id="8" creationId="{9958C106-9E91-72EB-F5B4-7D59240813D7}"/>
          </ac:picMkLst>
        </pc:picChg>
        <pc:picChg chg="add mod ord">
          <ac:chgData name="Hao Mao" userId="S::maohao@cityu.edu::5873b64d-cbe8-401a-861a-76d923642fe8" providerId="AD" clId="Web-{752E69E9-BB30-BAAD-22C9-925785105FF2}" dt="2022-08-01T15:59:49.472" v="57" actId="14100"/>
          <ac:picMkLst>
            <pc:docMk/>
            <pc:sldMk cId="3657936976" sldId="302"/>
            <ac:picMk id="9" creationId="{B1266E50-4A9A-56C3-4284-040009D7338A}"/>
          </ac:picMkLst>
        </pc:picChg>
      </pc:sldChg>
      <pc:sldChg chg="addSp delSp modSp">
        <pc:chgData name="Hao Mao" userId="S::maohao@cityu.edu::5873b64d-cbe8-401a-861a-76d923642fe8" providerId="AD" clId="Web-{752E69E9-BB30-BAAD-22C9-925785105FF2}" dt="2022-08-01T16:00:45.550" v="71" actId="14100"/>
        <pc:sldMkLst>
          <pc:docMk/>
          <pc:sldMk cId="1390330452" sldId="303"/>
        </pc:sldMkLst>
        <pc:spChg chg="add del mod">
          <ac:chgData name="Hao Mao" userId="S::maohao@cityu.edu::5873b64d-cbe8-401a-861a-76d923642fe8" providerId="AD" clId="Web-{752E69E9-BB30-BAAD-22C9-925785105FF2}" dt="2022-08-01T16:00:10.894" v="59"/>
          <ac:spMkLst>
            <pc:docMk/>
            <pc:sldMk cId="1390330452" sldId="303"/>
            <ac:spMk id="7" creationId="{D705FF5F-793C-8A79-E31D-623A6F772B25}"/>
          </ac:spMkLst>
        </pc:spChg>
        <pc:picChg chg="del mod">
          <ac:chgData name="Hao Mao" userId="S::maohao@cityu.edu::5873b64d-cbe8-401a-861a-76d923642fe8" providerId="AD" clId="Web-{752E69E9-BB30-BAAD-22C9-925785105FF2}" dt="2022-08-01T16:00:05.457" v="58"/>
          <ac:picMkLst>
            <pc:docMk/>
            <pc:sldMk cId="1390330452" sldId="303"/>
            <ac:picMk id="6" creationId="{855C4515-A94E-C6A0-CECD-D294702D639E}"/>
          </ac:picMkLst>
        </pc:picChg>
        <pc:picChg chg="add mod ord">
          <ac:chgData name="Hao Mao" userId="S::maohao@cityu.edu::5873b64d-cbe8-401a-861a-76d923642fe8" providerId="AD" clId="Web-{752E69E9-BB30-BAAD-22C9-925785105FF2}" dt="2022-08-01T16:00:45.550" v="71" actId="14100"/>
          <ac:picMkLst>
            <pc:docMk/>
            <pc:sldMk cId="1390330452" sldId="303"/>
            <ac:picMk id="8" creationId="{8610F478-9539-6C6D-EF3F-087BCCB3A5AF}"/>
          </ac:picMkLst>
        </pc:picChg>
      </pc:sldChg>
      <pc:sldChg chg="modSp">
        <pc:chgData name="Hao Mao" userId="S::maohao@cityu.edu::5873b64d-cbe8-401a-861a-76d923642fe8" providerId="AD" clId="Web-{752E69E9-BB30-BAAD-22C9-925785105FF2}" dt="2022-08-01T16:08:46.266" v="73" actId="20577"/>
        <pc:sldMkLst>
          <pc:docMk/>
          <pc:sldMk cId="3789385339" sldId="307"/>
        </pc:sldMkLst>
        <pc:spChg chg="mod">
          <ac:chgData name="Hao Mao" userId="S::maohao@cityu.edu::5873b64d-cbe8-401a-861a-76d923642fe8" providerId="AD" clId="Web-{752E69E9-BB30-BAAD-22C9-925785105FF2}" dt="2022-08-01T16:08:46.266" v="73" actId="20577"/>
          <ac:spMkLst>
            <pc:docMk/>
            <pc:sldMk cId="3789385339" sldId="307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752E69E9-BB30-BAAD-22C9-925785105FF2}" dt="2022-08-01T16:14:46.092" v="75" actId="20577"/>
        <pc:sldMkLst>
          <pc:docMk/>
          <pc:sldMk cId="3041006082" sldId="309"/>
        </pc:sldMkLst>
        <pc:spChg chg="mod">
          <ac:chgData name="Hao Mao" userId="S::maohao@cityu.edu::5873b64d-cbe8-401a-861a-76d923642fe8" providerId="AD" clId="Web-{752E69E9-BB30-BAAD-22C9-925785105FF2}" dt="2022-08-01T16:14:46.092" v="75" actId="20577"/>
          <ac:spMkLst>
            <pc:docMk/>
            <pc:sldMk cId="3041006082" sldId="309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752E69E9-BB30-BAAD-22C9-925785105FF2}" dt="2022-08-01T16:15:36.374" v="78" actId="20577"/>
        <pc:sldMkLst>
          <pc:docMk/>
          <pc:sldMk cId="3534773064" sldId="310"/>
        </pc:sldMkLst>
        <pc:spChg chg="mod">
          <ac:chgData name="Hao Mao" userId="S::maohao@cityu.edu::5873b64d-cbe8-401a-861a-76d923642fe8" providerId="AD" clId="Web-{752E69E9-BB30-BAAD-22C9-925785105FF2}" dt="2022-08-01T16:15:36.374" v="78" actId="20577"/>
          <ac:spMkLst>
            <pc:docMk/>
            <pc:sldMk cId="3534773064" sldId="310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752E69E9-BB30-BAAD-22C9-925785105FF2}" dt="2022-08-01T15:56:15.348" v="30" actId="20577"/>
        <pc:sldMkLst>
          <pc:docMk/>
          <pc:sldMk cId="3375733817" sldId="318"/>
        </pc:sldMkLst>
        <pc:spChg chg="mod">
          <ac:chgData name="Hao Mao" userId="S::maohao@cityu.edu::5873b64d-cbe8-401a-861a-76d923642fe8" providerId="AD" clId="Web-{752E69E9-BB30-BAAD-22C9-925785105FF2}" dt="2022-08-01T15:56:15.348" v="30" actId="20577"/>
          <ac:spMkLst>
            <pc:docMk/>
            <pc:sldMk cId="3375733817" sldId="318"/>
            <ac:spMk id="3" creationId="{BB223D79-FC4A-AD9B-C7FE-375974A5BDF0}"/>
          </ac:spMkLst>
        </pc:spChg>
      </pc:sldChg>
    </pc:docChg>
  </pc:docChgLst>
  <pc:docChgLst>
    <pc:chgData name="Sion Yoon" userId="S::yoonhee@cityu.edu::f6a8c518-ffdb-419e-b9f5-da2b7c87d5c1" providerId="AD" clId="Web-{45218F4E-6A9B-C16C-6FF5-76EF84E01FF7}"/>
    <pc:docChg chg="modSld">
      <pc:chgData name="Sion Yoon" userId="S::yoonhee@cityu.edu::f6a8c518-ffdb-419e-b9f5-da2b7c87d5c1" providerId="AD" clId="Web-{45218F4E-6A9B-C16C-6FF5-76EF84E01FF7}" dt="2022-11-16T19:51:47.524" v="1" actId="20577"/>
      <pc:docMkLst>
        <pc:docMk/>
      </pc:docMkLst>
      <pc:sldChg chg="modSp">
        <pc:chgData name="Sion Yoon" userId="S::yoonhee@cityu.edu::f6a8c518-ffdb-419e-b9f5-da2b7c87d5c1" providerId="AD" clId="Web-{45218F4E-6A9B-C16C-6FF5-76EF84E01FF7}" dt="2022-11-16T19:51:47.524" v="1" actId="20577"/>
        <pc:sldMkLst>
          <pc:docMk/>
          <pc:sldMk cId="2254149196" sldId="320"/>
        </pc:sldMkLst>
        <pc:spChg chg="mod">
          <ac:chgData name="Sion Yoon" userId="S::yoonhee@cityu.edu::f6a8c518-ffdb-419e-b9f5-da2b7c87d5c1" providerId="AD" clId="Web-{45218F4E-6A9B-C16C-6FF5-76EF84E01FF7}" dt="2022-11-16T19:51:47.524" v="1" actId="20577"/>
          <ac:spMkLst>
            <pc:docMk/>
            <pc:sldMk cId="2254149196" sldId="320"/>
            <ac:spMk id="3" creationId="{311A5C8A-9D90-8255-ACD3-2AE9C0522FD9}"/>
          </ac:spMkLst>
        </pc:spChg>
      </pc:sldChg>
    </pc:docChg>
  </pc:docChgLst>
  <pc:docChgLst>
    <pc:chgData name="Hao Mao" userId="S::maohao@cityu.edu::5873b64d-cbe8-401a-861a-76d923642fe8" providerId="AD" clId="Web-{B5C94FC4-F1FA-E2C9-C56A-05115963B07B}"/>
    <pc:docChg chg="addSld delSld modSld">
      <pc:chgData name="Hao Mao" userId="S::maohao@cityu.edu::5873b64d-cbe8-401a-861a-76d923642fe8" providerId="AD" clId="Web-{B5C94FC4-F1FA-E2C9-C56A-05115963B07B}" dt="2022-07-27T05:17:19.505" v="1289" actId="14100"/>
      <pc:docMkLst>
        <pc:docMk/>
      </pc:docMkLst>
      <pc:sldChg chg="modSp">
        <pc:chgData name="Hao Mao" userId="S::maohao@cityu.edu::5873b64d-cbe8-401a-861a-76d923642fe8" providerId="AD" clId="Web-{B5C94FC4-F1FA-E2C9-C56A-05115963B07B}" dt="2022-07-27T05:17:19.505" v="1289" actId="14100"/>
        <pc:sldMkLst>
          <pc:docMk/>
          <pc:sldMk cId="3303118284" sldId="256"/>
        </pc:sldMkLst>
        <pc:spChg chg="mod">
          <ac:chgData name="Hao Mao" userId="S::maohao@cityu.edu::5873b64d-cbe8-401a-861a-76d923642fe8" providerId="AD" clId="Web-{B5C94FC4-F1FA-E2C9-C56A-05115963B07B}" dt="2022-07-27T05:17:19.505" v="1289" actId="14100"/>
          <ac:spMkLst>
            <pc:docMk/>
            <pc:sldMk cId="3303118284" sldId="256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6T15:48:35.402" v="10" actId="20577"/>
          <ac:spMkLst>
            <pc:docMk/>
            <pc:sldMk cId="3303118284" sldId="256"/>
            <ac:spMk id="3" creationId="{00000000-0000-0000-0000-000000000000}"/>
          </ac:spMkLst>
        </pc:spChg>
      </pc:sldChg>
      <pc:sldChg chg="addSp modSp">
        <pc:chgData name="Hao Mao" userId="S::maohao@cityu.edu::5873b64d-cbe8-401a-861a-76d923642fe8" providerId="AD" clId="Web-{B5C94FC4-F1FA-E2C9-C56A-05115963B07B}" dt="2022-07-26T16:10:32.700" v="84" actId="20577"/>
        <pc:sldMkLst>
          <pc:docMk/>
          <pc:sldMk cId="4287324827" sldId="271"/>
        </pc:sldMkLst>
        <pc:spChg chg="add mod">
          <ac:chgData name="Hao Mao" userId="S::maohao@cityu.edu::5873b64d-cbe8-401a-861a-76d923642fe8" providerId="AD" clId="Web-{B5C94FC4-F1FA-E2C9-C56A-05115963B07B}" dt="2022-07-26T16:10:32.700" v="84" actId="20577"/>
          <ac:spMkLst>
            <pc:docMk/>
            <pc:sldMk cId="4287324827" sldId="271"/>
            <ac:spMk id="6" creationId="{B9406128-2FE5-8641-EA7A-3E1C3C38A51C}"/>
          </ac:spMkLst>
        </pc:spChg>
        <pc:spChg chg="add">
          <ac:chgData name="Hao Mao" userId="S::maohao@cityu.edu::5873b64d-cbe8-401a-861a-76d923642fe8" providerId="AD" clId="Web-{B5C94FC4-F1FA-E2C9-C56A-05115963B07B}" dt="2022-07-26T16:09:53.840" v="70"/>
          <ac:spMkLst>
            <pc:docMk/>
            <pc:sldMk cId="4287324827" sldId="271"/>
            <ac:spMk id="7" creationId="{F6BA4AD2-EE4F-FCA6-1449-D719E6BE77D3}"/>
          </ac:spMkLst>
        </pc:spChg>
      </pc:sldChg>
      <pc:sldChg chg="del">
        <pc:chgData name="Hao Mao" userId="S::maohao@cityu.edu::5873b64d-cbe8-401a-861a-76d923642fe8" providerId="AD" clId="Web-{B5C94FC4-F1FA-E2C9-C56A-05115963B07B}" dt="2022-07-27T05:09:59.675" v="1116"/>
        <pc:sldMkLst>
          <pc:docMk/>
          <pc:sldMk cId="2583985945" sldId="298"/>
        </pc:sldMkLst>
      </pc:sldChg>
      <pc:sldChg chg="modSp">
        <pc:chgData name="Hao Mao" userId="S::maohao@cityu.edu::5873b64d-cbe8-401a-861a-76d923642fe8" providerId="AD" clId="Web-{B5C94FC4-F1FA-E2C9-C56A-05115963B07B}" dt="2022-07-27T04:19:05.329" v="310" actId="20577"/>
        <pc:sldMkLst>
          <pc:docMk/>
          <pc:sldMk cId="3960939486" sldId="299"/>
        </pc:sldMkLst>
        <pc:spChg chg="mod">
          <ac:chgData name="Hao Mao" userId="S::maohao@cityu.edu::5873b64d-cbe8-401a-861a-76d923642fe8" providerId="AD" clId="Web-{B5C94FC4-F1FA-E2C9-C56A-05115963B07B}" dt="2022-07-26T16:10:43.872" v="88" actId="20577"/>
          <ac:spMkLst>
            <pc:docMk/>
            <pc:sldMk cId="3960939486" sldId="299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19:05.329" v="310" actId="20577"/>
          <ac:spMkLst>
            <pc:docMk/>
            <pc:sldMk cId="3960939486" sldId="299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B5C94FC4-F1FA-E2C9-C56A-05115963B07B}" dt="2022-07-27T04:21:11.376" v="401" actId="20577"/>
        <pc:sldMkLst>
          <pc:docMk/>
          <pc:sldMk cId="907608728" sldId="300"/>
        </pc:sldMkLst>
        <pc:spChg chg="mod">
          <ac:chgData name="Hao Mao" userId="S::maohao@cityu.edu::5873b64d-cbe8-401a-861a-76d923642fe8" providerId="AD" clId="Web-{B5C94FC4-F1FA-E2C9-C56A-05115963B07B}" dt="2022-07-27T04:19:59.860" v="328" actId="20577"/>
          <ac:spMkLst>
            <pc:docMk/>
            <pc:sldMk cId="907608728" sldId="300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21:11.376" v="401" actId="20577"/>
          <ac:spMkLst>
            <pc:docMk/>
            <pc:sldMk cId="907608728" sldId="300"/>
            <ac:spMk id="3" creationId="{00000000-0000-0000-0000-000000000000}"/>
          </ac:spMkLst>
        </pc:spChg>
      </pc:sldChg>
      <pc:sldChg chg="addSp delSp modSp mod setBg">
        <pc:chgData name="Hao Mao" userId="S::maohao@cityu.edu::5873b64d-cbe8-401a-861a-76d923642fe8" providerId="AD" clId="Web-{B5C94FC4-F1FA-E2C9-C56A-05115963B07B}" dt="2022-07-27T04:29:01.613" v="436" actId="14100"/>
        <pc:sldMkLst>
          <pc:docMk/>
          <pc:sldMk cId="390539715" sldId="301"/>
        </pc:sldMkLst>
        <pc:spChg chg="mod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2" creationId="{00000000-0000-0000-0000-000000000000}"/>
          </ac:spMkLst>
        </pc:spChg>
        <pc:spChg chg="del">
          <ac:chgData name="Hao Mao" userId="S::maohao@cityu.edu::5873b64d-cbe8-401a-861a-76d923642fe8" providerId="AD" clId="Web-{B5C94FC4-F1FA-E2C9-C56A-05115963B07B}" dt="2022-07-27T04:27:01.191" v="414"/>
          <ac:spMkLst>
            <pc:docMk/>
            <pc:sldMk cId="390539715" sldId="301"/>
            <ac:spMk id="3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" creationId="{00000000-0000-0000-0000-000000000000}"/>
          </ac:spMkLst>
        </pc:spChg>
        <pc:spChg chg="add del">
          <ac:chgData name="Hao Mao" userId="S::maohao@cityu.edu::5873b64d-cbe8-401a-861a-76d923642fe8" providerId="AD" clId="Web-{B5C94FC4-F1FA-E2C9-C56A-05115963B07B}" dt="2022-07-27T04:28:35.738" v="430"/>
          <ac:spMkLst>
            <pc:docMk/>
            <pc:sldMk cId="390539715" sldId="301"/>
            <ac:spMk id="12" creationId="{F27B8C62-DC9E-EE59-9D22-6A1B238B73D0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13" creationId="{18A0B39D-673D-47DB-AF94-2D15174D5D0F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15" creationId="{0BBAAC85-3967-456F-858E-A7B6600769DB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17" creationId="{56124464-57E5-400F-B084-340F5F0E3363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19" creationId="{B975B959-703A-4CBD-B6B4-87EFD5C40B65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21" creationId="{D818E87B-4EAC-4BD8-8165-885C12C618E6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23" creationId="{FD181474-53A7-4B10-8D2F-DF44BBA07657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25" creationId="{E4B98273-FDE8-42EC-B924-7567336FA8AD}"/>
          </ac:spMkLst>
        </pc:spChg>
        <pc:spChg chg="add del">
          <ac:chgData name="Hao Mao" userId="S::maohao@cityu.edu::5873b64d-cbe8-401a-861a-76d923642fe8" providerId="AD" clId="Web-{B5C94FC4-F1FA-E2C9-C56A-05115963B07B}" dt="2022-07-27T04:28:31.301" v="428"/>
          <ac:spMkLst>
            <pc:docMk/>
            <pc:sldMk cId="390539715" sldId="301"/>
            <ac:spMk id="27" creationId="{BA5C373C-390D-4EAA-B970-0C2395F52931}"/>
          </ac:spMkLst>
        </pc:spChg>
        <pc:spChg chg="add del">
          <ac:chgData name="Hao Mao" userId="S::maohao@cityu.edu::5873b64d-cbe8-401a-861a-76d923642fe8" providerId="AD" clId="Web-{B5C94FC4-F1FA-E2C9-C56A-05115963B07B}" dt="2022-07-27T04:28:35.738" v="430"/>
          <ac:spMkLst>
            <pc:docMk/>
            <pc:sldMk cId="390539715" sldId="301"/>
            <ac:spMk id="29" creationId="{0785C4E7-545B-4D43-81C9-76F75297C274}"/>
          </ac:spMkLst>
        </pc:spChg>
        <pc:spChg chg="add del">
          <ac:chgData name="Hao Mao" userId="S::maohao@cityu.edu::5873b64d-cbe8-401a-861a-76d923642fe8" providerId="AD" clId="Web-{B5C94FC4-F1FA-E2C9-C56A-05115963B07B}" dt="2022-07-27T04:28:35.738" v="430"/>
          <ac:spMkLst>
            <pc:docMk/>
            <pc:sldMk cId="390539715" sldId="301"/>
            <ac:spMk id="30" creationId="{2EFA499E-F4DC-4889-A998-1AB63657FEDE}"/>
          </ac:spMkLst>
        </pc:spChg>
        <pc:spChg chg="add del">
          <ac:chgData name="Hao Mao" userId="S::maohao@cityu.edu::5873b64d-cbe8-401a-861a-76d923642fe8" providerId="AD" clId="Web-{B5C94FC4-F1FA-E2C9-C56A-05115963B07B}" dt="2022-07-27T04:28:35.738" v="430"/>
          <ac:spMkLst>
            <pc:docMk/>
            <pc:sldMk cId="390539715" sldId="301"/>
            <ac:spMk id="31" creationId="{1B15585B-D7B8-40C2-A1F2-598467789885}"/>
          </ac:spMkLst>
        </pc:spChg>
        <pc:spChg chg="add del">
          <ac:chgData name="Hao Mao" userId="S::maohao@cityu.edu::5873b64d-cbe8-401a-861a-76d923642fe8" providerId="AD" clId="Web-{B5C94FC4-F1FA-E2C9-C56A-05115963B07B}" dt="2022-07-27T04:28:35.738" v="430"/>
          <ac:spMkLst>
            <pc:docMk/>
            <pc:sldMk cId="390539715" sldId="301"/>
            <ac:spMk id="32" creationId="{5F8E3B12-4ED7-4DDE-A720-58DAD716A4ED}"/>
          </ac:spMkLst>
        </pc:spChg>
        <pc:spChg chg="add del">
          <ac:chgData name="Hao Mao" userId="S::maohao@cityu.edu::5873b64d-cbe8-401a-861a-76d923642fe8" providerId="AD" clId="Web-{B5C94FC4-F1FA-E2C9-C56A-05115963B07B}" dt="2022-07-27T04:28:35.738" v="430"/>
          <ac:spMkLst>
            <pc:docMk/>
            <pc:sldMk cId="390539715" sldId="301"/>
            <ac:spMk id="33" creationId="{E48E5443-80E7-4AE3-B50F-9B6837BE09B5}"/>
          </ac:spMkLst>
        </pc:spChg>
        <pc:spChg chg="add del">
          <ac:chgData name="Hao Mao" userId="S::maohao@cityu.edu::5873b64d-cbe8-401a-861a-76d923642fe8" providerId="AD" clId="Web-{B5C94FC4-F1FA-E2C9-C56A-05115963B07B}" dt="2022-07-27T04:28:44.942" v="432"/>
          <ac:spMkLst>
            <pc:docMk/>
            <pc:sldMk cId="390539715" sldId="301"/>
            <ac:spMk id="35" creationId="{F875149D-F692-45DA-8324-D5E0193D5FC4}"/>
          </ac:spMkLst>
        </pc:spChg>
        <pc:spChg chg="add del">
          <ac:chgData name="Hao Mao" userId="S::maohao@cityu.edu::5873b64d-cbe8-401a-861a-76d923642fe8" providerId="AD" clId="Web-{B5C94FC4-F1FA-E2C9-C56A-05115963B07B}" dt="2022-07-27T04:28:44.942" v="432"/>
          <ac:spMkLst>
            <pc:docMk/>
            <pc:sldMk cId="390539715" sldId="301"/>
            <ac:spMk id="36" creationId="{7B89EEFD-93BC-4ACF-962C-E6279E72B00B}"/>
          </ac:spMkLst>
        </pc:spChg>
        <pc:spChg chg="add del">
          <ac:chgData name="Hao Mao" userId="S::maohao@cityu.edu::5873b64d-cbe8-401a-861a-76d923642fe8" providerId="AD" clId="Web-{B5C94FC4-F1FA-E2C9-C56A-05115963B07B}" dt="2022-07-27T04:28:44.942" v="432"/>
          <ac:spMkLst>
            <pc:docMk/>
            <pc:sldMk cId="390539715" sldId="301"/>
            <ac:spMk id="37" creationId="{C0B19935-C760-4698-9DD1-973C8A428D26}"/>
          </ac:spMkLst>
        </pc:spChg>
        <pc:spChg chg="add del">
          <ac:chgData name="Hao Mao" userId="S::maohao@cityu.edu::5873b64d-cbe8-401a-861a-76d923642fe8" providerId="AD" clId="Web-{B5C94FC4-F1FA-E2C9-C56A-05115963B07B}" dt="2022-07-27T04:28:44.942" v="432"/>
          <ac:spMkLst>
            <pc:docMk/>
            <pc:sldMk cId="390539715" sldId="301"/>
            <ac:spMk id="38" creationId="{08990612-E008-4F02-AEBB-B140BE753558}"/>
          </ac:spMkLst>
        </pc:spChg>
        <pc:spChg chg="add del">
          <ac:chgData name="Hao Mao" userId="S::maohao@cityu.edu::5873b64d-cbe8-401a-861a-76d923642fe8" providerId="AD" clId="Web-{B5C94FC4-F1FA-E2C9-C56A-05115963B07B}" dt="2022-07-27T04:28:44.942" v="432"/>
          <ac:spMkLst>
            <pc:docMk/>
            <pc:sldMk cId="390539715" sldId="301"/>
            <ac:spMk id="39" creationId="{A310A41F-3A14-4150-B6CF-0A577DDDEAD2}"/>
          </ac:spMkLst>
        </pc:spChg>
        <pc:spChg chg="add del">
          <ac:chgData name="Hao Mao" userId="S::maohao@cityu.edu::5873b64d-cbe8-401a-861a-76d923642fe8" providerId="AD" clId="Web-{B5C94FC4-F1FA-E2C9-C56A-05115963B07B}" dt="2022-07-27T04:28:44.942" v="432"/>
          <ac:spMkLst>
            <pc:docMk/>
            <pc:sldMk cId="390539715" sldId="301"/>
            <ac:spMk id="40" creationId="{471A15A0-E5B3-F643-844A-53ED88549031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2" creationId="{18A0B39D-673D-47DB-AF94-2D15174D5D0F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3" creationId="{0BBAAC85-3967-456F-858E-A7B6600769DB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4" creationId="{56124464-57E5-400F-B084-340F5F0E3363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5" creationId="{B975B959-703A-4CBD-B6B4-87EFD5C40B65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6" creationId="{D818E87B-4EAC-4BD8-8165-885C12C618E6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7" creationId="{FD181474-53A7-4B10-8D2F-DF44BBA07657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8" creationId="{E4B98273-FDE8-42EC-B924-7567336FA8AD}"/>
          </ac:spMkLst>
        </pc:spChg>
        <pc:spChg chg="add del">
          <ac:chgData name="Hao Mao" userId="S::maohao@cityu.edu::5873b64d-cbe8-401a-861a-76d923642fe8" providerId="AD" clId="Web-{B5C94FC4-F1FA-E2C9-C56A-05115963B07B}" dt="2022-07-27T04:28:49.488" v="434"/>
          <ac:spMkLst>
            <pc:docMk/>
            <pc:sldMk cId="390539715" sldId="301"/>
            <ac:spMk id="49" creationId="{BA5C373C-390D-4EAA-B970-0C2395F52931}"/>
          </ac:spMkLst>
        </pc:spChg>
        <pc:picChg chg="add mod ord">
          <ac:chgData name="Hao Mao" userId="S::maohao@cityu.edu::5873b64d-cbe8-401a-861a-76d923642fe8" providerId="AD" clId="Web-{B5C94FC4-F1FA-E2C9-C56A-05115963B07B}" dt="2022-07-27T04:29:01.613" v="436" actId="14100"/>
          <ac:picMkLst>
            <pc:docMk/>
            <pc:sldMk cId="390539715" sldId="301"/>
            <ac:picMk id="6" creationId="{45123D38-595A-8A2E-9582-974DBC81CF9B}"/>
          </ac:picMkLst>
        </pc:picChg>
        <pc:picChg chg="add del mod ord">
          <ac:chgData name="Hao Mao" userId="S::maohao@cityu.edu::5873b64d-cbe8-401a-861a-76d923642fe8" providerId="AD" clId="Web-{B5C94FC4-F1FA-E2C9-C56A-05115963B07B}" dt="2022-07-27T04:28:49.488" v="434"/>
          <ac:picMkLst>
            <pc:docMk/>
            <pc:sldMk cId="390539715" sldId="301"/>
            <ac:picMk id="8" creationId="{E22342E8-8087-E134-A129-16BA89E06932}"/>
          </ac:picMkLst>
        </pc:picChg>
      </pc:sldChg>
      <pc:sldChg chg="addSp delSp modSp mod setBg">
        <pc:chgData name="Hao Mao" userId="S::maohao@cityu.edu::5873b64d-cbe8-401a-861a-76d923642fe8" providerId="AD" clId="Web-{B5C94FC4-F1FA-E2C9-C56A-05115963B07B}" dt="2022-07-27T04:36:46.038" v="510" actId="14100"/>
        <pc:sldMkLst>
          <pc:docMk/>
          <pc:sldMk cId="3657936976" sldId="302"/>
        </pc:sldMkLst>
        <pc:spChg chg="mo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2" creationId="{00000000-0000-0000-0000-000000000000}"/>
          </ac:spMkLst>
        </pc:spChg>
        <pc:spChg chg="del">
          <ac:chgData name="Hao Mao" userId="S::maohao@cityu.edu::5873b64d-cbe8-401a-861a-76d923642fe8" providerId="AD" clId="Web-{B5C94FC4-F1FA-E2C9-C56A-05115963B07B}" dt="2022-07-27T04:36:14.241" v="504"/>
          <ac:spMkLst>
            <pc:docMk/>
            <pc:sldMk cId="3657936976" sldId="302"/>
            <ac:spMk id="3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4" creationId="{00000000-0000-0000-0000-000000000000}"/>
          </ac:spMkLst>
        </pc:spChg>
        <pc:spChg chg="ad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11" creationId="{E8BED655-2EC5-4704-ADD4-A91564533138}"/>
          </ac:spMkLst>
        </pc:spChg>
        <pc:spChg chg="ad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13" creationId="{CBA419E7-4B43-4FA7-846D-76D394A32F0C}"/>
          </ac:spMkLst>
        </pc:spChg>
        <pc:spChg chg="ad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15" creationId="{F7D34090-8F5C-4A49-8452-7328D66324D1}"/>
          </ac:spMkLst>
        </pc:spChg>
        <pc:spChg chg="ad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17" creationId="{1B55B7B2-03F9-46F2-AE7C-2AC5156F40D3}"/>
          </ac:spMkLst>
        </pc:spChg>
        <pc:spChg chg="ad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19" creationId="{E08D4B6A-8113-4DFB-B82E-B60CAC8E0A50}"/>
          </ac:spMkLst>
        </pc:spChg>
        <pc:spChg chg="ad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21" creationId="{9822E561-F97C-4CBB-A9A6-A6BF6317BC84}"/>
          </ac:spMkLst>
        </pc:spChg>
        <pc:spChg chg="add">
          <ac:chgData name="Hao Mao" userId="S::maohao@cityu.edu::5873b64d-cbe8-401a-861a-76d923642fe8" providerId="AD" clId="Web-{B5C94FC4-F1FA-E2C9-C56A-05115963B07B}" dt="2022-07-27T04:36:17.257" v="505"/>
          <ac:spMkLst>
            <pc:docMk/>
            <pc:sldMk cId="3657936976" sldId="302"/>
            <ac:spMk id="23" creationId="{B01B0E58-A5C8-4CDA-A2E0-35DF94E59857}"/>
          </ac:spMkLst>
        </pc:spChg>
        <pc:picChg chg="add mod ord">
          <ac:chgData name="Hao Mao" userId="S::maohao@cityu.edu::5873b64d-cbe8-401a-861a-76d923642fe8" providerId="AD" clId="Web-{B5C94FC4-F1FA-E2C9-C56A-05115963B07B}" dt="2022-07-27T04:36:46.038" v="510" actId="14100"/>
          <ac:picMkLst>
            <pc:docMk/>
            <pc:sldMk cId="3657936976" sldId="302"/>
            <ac:picMk id="6" creationId="{642D94D8-7D08-1053-5E17-CB9CE2A8C16A}"/>
          </ac:picMkLst>
        </pc:picChg>
      </pc:sldChg>
      <pc:sldChg chg="addSp delSp modSp mod setBg">
        <pc:chgData name="Hao Mao" userId="S::maohao@cityu.edu::5873b64d-cbe8-401a-861a-76d923642fe8" providerId="AD" clId="Web-{B5C94FC4-F1FA-E2C9-C56A-05115963B07B}" dt="2022-07-27T04:38:37.476" v="538" actId="20577"/>
        <pc:sldMkLst>
          <pc:docMk/>
          <pc:sldMk cId="1390330452" sldId="303"/>
        </pc:sldMkLst>
        <pc:spChg chg="mod">
          <ac:chgData name="Hao Mao" userId="S::maohao@cityu.edu::5873b64d-cbe8-401a-861a-76d923642fe8" providerId="AD" clId="Web-{B5C94FC4-F1FA-E2C9-C56A-05115963B07B}" dt="2022-07-27T04:38:37.476" v="538" actId="20577"/>
          <ac:spMkLst>
            <pc:docMk/>
            <pc:sldMk cId="1390330452" sldId="303"/>
            <ac:spMk id="2" creationId="{00000000-0000-0000-0000-000000000000}"/>
          </ac:spMkLst>
        </pc:spChg>
        <pc:spChg chg="del">
          <ac:chgData name="Hao Mao" userId="S::maohao@cityu.edu::5873b64d-cbe8-401a-861a-76d923642fe8" providerId="AD" clId="Web-{B5C94FC4-F1FA-E2C9-C56A-05115963B07B}" dt="2022-07-27T04:37:23.335" v="517"/>
          <ac:spMkLst>
            <pc:docMk/>
            <pc:sldMk cId="1390330452" sldId="303"/>
            <ac:spMk id="3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4" creationId="{00000000-0000-0000-0000-000000000000}"/>
          </ac:spMkLst>
        </pc:spChg>
        <pc:spChg chg="ad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11" creationId="{E8BED655-2EC5-4704-ADD4-A91564533138}"/>
          </ac:spMkLst>
        </pc:spChg>
        <pc:spChg chg="ad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13" creationId="{CBA419E7-4B43-4FA7-846D-76D394A32F0C}"/>
          </ac:spMkLst>
        </pc:spChg>
        <pc:spChg chg="ad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15" creationId="{F7D34090-8F5C-4A49-8452-7328D66324D1}"/>
          </ac:spMkLst>
        </pc:spChg>
        <pc:spChg chg="ad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17" creationId="{1B55B7B2-03F9-46F2-AE7C-2AC5156F40D3}"/>
          </ac:spMkLst>
        </pc:spChg>
        <pc:spChg chg="ad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19" creationId="{E08D4B6A-8113-4DFB-B82E-B60CAC8E0A50}"/>
          </ac:spMkLst>
        </pc:spChg>
        <pc:spChg chg="ad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21" creationId="{9822E561-F97C-4CBB-A9A6-A6BF6317BC84}"/>
          </ac:spMkLst>
        </pc:spChg>
        <pc:spChg chg="add">
          <ac:chgData name="Hao Mao" userId="S::maohao@cityu.edu::5873b64d-cbe8-401a-861a-76d923642fe8" providerId="AD" clId="Web-{B5C94FC4-F1FA-E2C9-C56A-05115963B07B}" dt="2022-07-27T04:37:26.163" v="518"/>
          <ac:spMkLst>
            <pc:docMk/>
            <pc:sldMk cId="1390330452" sldId="303"/>
            <ac:spMk id="23" creationId="{B01B0E58-A5C8-4CDA-A2E0-35DF94E59857}"/>
          </ac:spMkLst>
        </pc:spChg>
        <pc:picChg chg="add mod ord">
          <ac:chgData name="Hao Mao" userId="S::maohao@cityu.edu::5873b64d-cbe8-401a-861a-76d923642fe8" providerId="AD" clId="Web-{B5C94FC4-F1FA-E2C9-C56A-05115963B07B}" dt="2022-07-27T04:37:48.273" v="521" actId="14100"/>
          <ac:picMkLst>
            <pc:docMk/>
            <pc:sldMk cId="1390330452" sldId="303"/>
            <ac:picMk id="6" creationId="{855C4515-A94E-C6A0-CECD-D294702D639E}"/>
          </ac:picMkLst>
        </pc:picChg>
      </pc:sldChg>
      <pc:sldChg chg="modSp">
        <pc:chgData name="Hao Mao" userId="S::maohao@cityu.edu::5873b64d-cbe8-401a-861a-76d923642fe8" providerId="AD" clId="Web-{B5C94FC4-F1FA-E2C9-C56A-05115963B07B}" dt="2022-07-27T04:41:48.524" v="604" actId="20577"/>
        <pc:sldMkLst>
          <pc:docMk/>
          <pc:sldMk cId="2448324270" sldId="304"/>
        </pc:sldMkLst>
        <pc:spChg chg="mod">
          <ac:chgData name="Hao Mao" userId="S::maohao@cityu.edu::5873b64d-cbe8-401a-861a-76d923642fe8" providerId="AD" clId="Web-{B5C94FC4-F1FA-E2C9-C56A-05115963B07B}" dt="2022-07-27T04:40:25.430" v="552" actId="20577"/>
          <ac:spMkLst>
            <pc:docMk/>
            <pc:sldMk cId="2448324270" sldId="304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41:48.524" v="604" actId="20577"/>
          <ac:spMkLst>
            <pc:docMk/>
            <pc:sldMk cId="2448324270" sldId="304"/>
            <ac:spMk id="3" creationId="{00000000-0000-0000-0000-000000000000}"/>
          </ac:spMkLst>
        </pc:spChg>
      </pc:sldChg>
      <pc:sldChg chg="addSp delSp modSp mod setBg">
        <pc:chgData name="Hao Mao" userId="S::maohao@cityu.edu::5873b64d-cbe8-401a-861a-76d923642fe8" providerId="AD" clId="Web-{B5C94FC4-F1FA-E2C9-C56A-05115963B07B}" dt="2022-07-27T04:42:20.212" v="612"/>
        <pc:sldMkLst>
          <pc:docMk/>
          <pc:sldMk cId="3557847409" sldId="305"/>
        </pc:sldMkLst>
        <pc:spChg chg="mod or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2" creationId="{00000000-0000-0000-0000-000000000000}"/>
          </ac:spMkLst>
        </pc:spChg>
        <pc:spChg chg="del">
          <ac:chgData name="Hao Mao" userId="S::maohao@cityu.edu::5873b64d-cbe8-401a-861a-76d923642fe8" providerId="AD" clId="Web-{B5C94FC4-F1FA-E2C9-C56A-05115963B07B}" dt="2022-07-27T04:42:16.228" v="611"/>
          <ac:spMkLst>
            <pc:docMk/>
            <pc:sldMk cId="3557847409" sldId="305"/>
            <ac:spMk id="3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4" creationId="{00000000-0000-0000-0000-000000000000}"/>
          </ac:spMkLst>
        </pc:spChg>
        <pc:spChg chg="ad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11" creationId="{0E830057-F4EE-412A-8526-36BE1CE18C85}"/>
          </ac:spMkLst>
        </pc:spChg>
        <pc:spChg chg="ad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13" creationId="{BAAEBA82-E2D4-4653-AEE3-E95B330DDA21}"/>
          </ac:spMkLst>
        </pc:spChg>
        <pc:spChg chg="ad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15" creationId="{2386509E-DAF8-4DA0-B09B-FA3FB341C2BC}"/>
          </ac:spMkLst>
        </pc:spChg>
        <pc:spChg chg="ad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17" creationId="{44E11946-6976-4B44-971A-07BFBE9544A6}"/>
          </ac:spMkLst>
        </pc:spChg>
        <pc:spChg chg="ad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19" creationId="{85DD9E25-AB50-4F01-9CA6-96497CDE72C2}"/>
          </ac:spMkLst>
        </pc:spChg>
        <pc:spChg chg="ad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21" creationId="{707788D3-E467-4E25-A5E9-FD41795BD551}"/>
          </ac:spMkLst>
        </pc:spChg>
        <pc:spChg chg="add">
          <ac:chgData name="Hao Mao" userId="S::maohao@cityu.edu::5873b64d-cbe8-401a-861a-76d923642fe8" providerId="AD" clId="Web-{B5C94FC4-F1FA-E2C9-C56A-05115963B07B}" dt="2022-07-27T04:42:20.212" v="612"/>
          <ac:spMkLst>
            <pc:docMk/>
            <pc:sldMk cId="3557847409" sldId="305"/>
            <ac:spMk id="23" creationId="{E12301D8-0106-4E04-A846-C29A66593704}"/>
          </ac:spMkLst>
        </pc:spChg>
        <pc:picChg chg="add mod ord">
          <ac:chgData name="Hao Mao" userId="S::maohao@cityu.edu::5873b64d-cbe8-401a-861a-76d923642fe8" providerId="AD" clId="Web-{B5C94FC4-F1FA-E2C9-C56A-05115963B07B}" dt="2022-07-27T04:42:20.212" v="612"/>
          <ac:picMkLst>
            <pc:docMk/>
            <pc:sldMk cId="3557847409" sldId="305"/>
            <ac:picMk id="6" creationId="{A8B573D7-3EE4-8A83-B23C-5745DA946DAB}"/>
          </ac:picMkLst>
        </pc:picChg>
      </pc:sldChg>
      <pc:sldChg chg="modSp">
        <pc:chgData name="Hao Mao" userId="S::maohao@cityu.edu::5873b64d-cbe8-401a-861a-76d923642fe8" providerId="AD" clId="Web-{B5C94FC4-F1FA-E2C9-C56A-05115963B07B}" dt="2022-07-27T04:45:42.323" v="706" actId="20577"/>
        <pc:sldMkLst>
          <pc:docMk/>
          <pc:sldMk cId="3669423444" sldId="306"/>
        </pc:sldMkLst>
        <pc:spChg chg="mod">
          <ac:chgData name="Hao Mao" userId="S::maohao@cityu.edu::5873b64d-cbe8-401a-861a-76d923642fe8" providerId="AD" clId="Web-{B5C94FC4-F1FA-E2C9-C56A-05115963B07B}" dt="2022-07-27T04:43:15.150" v="620" actId="20577"/>
          <ac:spMkLst>
            <pc:docMk/>
            <pc:sldMk cId="3669423444" sldId="306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4:45:42.323" v="706" actId="20577"/>
          <ac:spMkLst>
            <pc:docMk/>
            <pc:sldMk cId="3669423444" sldId="306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B5C94FC4-F1FA-E2C9-C56A-05115963B07B}" dt="2022-07-27T05:10:42.706" v="1123" actId="20577"/>
        <pc:sldMkLst>
          <pc:docMk/>
          <pc:sldMk cId="3789385339" sldId="307"/>
        </pc:sldMkLst>
        <pc:spChg chg="mod">
          <ac:chgData name="Hao Mao" userId="S::maohao@cityu.edu::5873b64d-cbe8-401a-861a-76d923642fe8" providerId="AD" clId="Web-{B5C94FC4-F1FA-E2C9-C56A-05115963B07B}" dt="2022-07-27T04:52:03.793" v="712" actId="20577"/>
          <ac:spMkLst>
            <pc:docMk/>
            <pc:sldMk cId="3789385339" sldId="307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5:10:42.706" v="1123" actId="20577"/>
          <ac:spMkLst>
            <pc:docMk/>
            <pc:sldMk cId="3789385339" sldId="307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B5C94FC4-F1FA-E2C9-C56A-05115963B07B}" dt="2022-07-27T05:07:48.549" v="1059" actId="20577"/>
        <pc:sldMkLst>
          <pc:docMk/>
          <pc:sldMk cId="1859590847" sldId="308"/>
        </pc:sldMkLst>
        <pc:spChg chg="mod">
          <ac:chgData name="Hao Mao" userId="S::maohao@cityu.edu::5873b64d-cbe8-401a-861a-76d923642fe8" providerId="AD" clId="Web-{B5C94FC4-F1FA-E2C9-C56A-05115963B07B}" dt="2022-07-27T05:03:06.453" v="853" actId="20577"/>
          <ac:spMkLst>
            <pc:docMk/>
            <pc:sldMk cId="1859590847" sldId="308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5:07:48.549" v="1059" actId="20577"/>
          <ac:spMkLst>
            <pc:docMk/>
            <pc:sldMk cId="1859590847" sldId="308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B5C94FC4-F1FA-E2C9-C56A-05115963B07B}" dt="2022-07-27T05:08:42.752" v="1114" actId="20577"/>
        <pc:sldMkLst>
          <pc:docMk/>
          <pc:sldMk cId="3041006082" sldId="309"/>
        </pc:sldMkLst>
        <pc:spChg chg="mod">
          <ac:chgData name="Hao Mao" userId="S::maohao@cityu.edu::5873b64d-cbe8-401a-861a-76d923642fe8" providerId="AD" clId="Web-{B5C94FC4-F1FA-E2C9-C56A-05115963B07B}" dt="2022-07-27T05:05:53.392" v="1013" actId="20577"/>
          <ac:spMkLst>
            <pc:docMk/>
            <pc:sldMk cId="3041006082" sldId="309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5:08:42.752" v="1114" actId="20577"/>
          <ac:spMkLst>
            <pc:docMk/>
            <pc:sldMk cId="3041006082" sldId="309"/>
            <ac:spMk id="3" creationId="{00000000-0000-0000-0000-000000000000}"/>
          </ac:spMkLst>
        </pc:spChg>
      </pc:sldChg>
      <pc:sldChg chg="modSp">
        <pc:chgData name="Hao Mao" userId="S::maohao@cityu.edu::5873b64d-cbe8-401a-861a-76d923642fe8" providerId="AD" clId="Web-{B5C94FC4-F1FA-E2C9-C56A-05115963B07B}" dt="2022-07-27T05:15:53.786" v="1281" actId="20577"/>
        <pc:sldMkLst>
          <pc:docMk/>
          <pc:sldMk cId="3534773064" sldId="310"/>
        </pc:sldMkLst>
        <pc:spChg chg="mod">
          <ac:chgData name="Hao Mao" userId="S::maohao@cityu.edu::5873b64d-cbe8-401a-861a-76d923642fe8" providerId="AD" clId="Web-{B5C94FC4-F1FA-E2C9-C56A-05115963B07B}" dt="2022-07-27T05:11:48.081" v="1130" actId="20577"/>
          <ac:spMkLst>
            <pc:docMk/>
            <pc:sldMk cId="3534773064" sldId="310"/>
            <ac:spMk id="2" creationId="{00000000-0000-0000-0000-000000000000}"/>
          </ac:spMkLst>
        </pc:spChg>
        <pc:spChg chg="mod">
          <ac:chgData name="Hao Mao" userId="S::maohao@cityu.edu::5873b64d-cbe8-401a-861a-76d923642fe8" providerId="AD" clId="Web-{B5C94FC4-F1FA-E2C9-C56A-05115963B07B}" dt="2022-07-27T05:15:53.786" v="1281" actId="20577"/>
          <ac:spMkLst>
            <pc:docMk/>
            <pc:sldMk cId="3534773064" sldId="310"/>
            <ac:spMk id="3" creationId="{00000000-0000-0000-0000-000000000000}"/>
          </ac:spMkLst>
        </pc:spChg>
      </pc:sldChg>
      <pc:sldChg chg="del">
        <pc:chgData name="Hao Mao" userId="S::maohao@cityu.edu::5873b64d-cbe8-401a-861a-76d923642fe8" providerId="AD" clId="Web-{B5C94FC4-F1FA-E2C9-C56A-05115963B07B}" dt="2022-07-27T05:09:59.690" v="1122"/>
        <pc:sldMkLst>
          <pc:docMk/>
          <pc:sldMk cId="3916517496" sldId="311"/>
        </pc:sldMkLst>
      </pc:sldChg>
      <pc:sldChg chg="del">
        <pc:chgData name="Hao Mao" userId="S::maohao@cityu.edu::5873b64d-cbe8-401a-861a-76d923642fe8" providerId="AD" clId="Web-{B5C94FC4-F1FA-E2C9-C56A-05115963B07B}" dt="2022-07-27T05:09:59.690" v="1121"/>
        <pc:sldMkLst>
          <pc:docMk/>
          <pc:sldMk cId="3946299232" sldId="312"/>
        </pc:sldMkLst>
      </pc:sldChg>
      <pc:sldChg chg="del">
        <pc:chgData name="Hao Mao" userId="S::maohao@cityu.edu::5873b64d-cbe8-401a-861a-76d923642fe8" providerId="AD" clId="Web-{B5C94FC4-F1FA-E2C9-C56A-05115963B07B}" dt="2022-07-27T05:09:59.690" v="1120"/>
        <pc:sldMkLst>
          <pc:docMk/>
          <pc:sldMk cId="1598539153" sldId="313"/>
        </pc:sldMkLst>
      </pc:sldChg>
      <pc:sldChg chg="del">
        <pc:chgData name="Hao Mao" userId="S::maohao@cityu.edu::5873b64d-cbe8-401a-861a-76d923642fe8" providerId="AD" clId="Web-{B5C94FC4-F1FA-E2C9-C56A-05115963B07B}" dt="2022-07-27T05:09:59.690" v="1119"/>
        <pc:sldMkLst>
          <pc:docMk/>
          <pc:sldMk cId="1570797945" sldId="314"/>
        </pc:sldMkLst>
      </pc:sldChg>
      <pc:sldChg chg="del">
        <pc:chgData name="Hao Mao" userId="S::maohao@cityu.edu::5873b64d-cbe8-401a-861a-76d923642fe8" providerId="AD" clId="Web-{B5C94FC4-F1FA-E2C9-C56A-05115963B07B}" dt="2022-07-27T05:09:59.675" v="1115"/>
        <pc:sldMkLst>
          <pc:docMk/>
          <pc:sldMk cId="2293941091" sldId="315"/>
        </pc:sldMkLst>
      </pc:sldChg>
      <pc:sldChg chg="del">
        <pc:chgData name="Hao Mao" userId="S::maohao@cityu.edu::5873b64d-cbe8-401a-861a-76d923642fe8" providerId="AD" clId="Web-{B5C94FC4-F1FA-E2C9-C56A-05115963B07B}" dt="2022-07-27T05:09:59.690" v="1117"/>
        <pc:sldMkLst>
          <pc:docMk/>
          <pc:sldMk cId="2564844687" sldId="316"/>
        </pc:sldMkLst>
      </pc:sldChg>
      <pc:sldChg chg="del">
        <pc:chgData name="Hao Mao" userId="S::maohao@cityu.edu::5873b64d-cbe8-401a-861a-76d923642fe8" providerId="AD" clId="Web-{B5C94FC4-F1FA-E2C9-C56A-05115963B07B}" dt="2022-07-27T05:09:59.690" v="1118"/>
        <pc:sldMkLst>
          <pc:docMk/>
          <pc:sldMk cId="3050988280" sldId="317"/>
        </pc:sldMkLst>
      </pc:sldChg>
      <pc:sldChg chg="new del">
        <pc:chgData name="Hao Mao" userId="S::maohao@cityu.edu::5873b64d-cbe8-401a-861a-76d923642fe8" providerId="AD" clId="Web-{B5C94FC4-F1FA-E2C9-C56A-05115963B07B}" dt="2022-07-26T16:08:07.042" v="33"/>
        <pc:sldMkLst>
          <pc:docMk/>
          <pc:sldMk cId="192075238" sldId="318"/>
        </pc:sldMkLst>
      </pc:sldChg>
      <pc:sldChg chg="modSp new">
        <pc:chgData name="Hao Mao" userId="S::maohao@cityu.edu::5873b64d-cbe8-401a-861a-76d923642fe8" providerId="AD" clId="Web-{B5C94FC4-F1FA-E2C9-C56A-05115963B07B}" dt="2022-07-27T04:34:42.459" v="491" actId="20577"/>
        <pc:sldMkLst>
          <pc:docMk/>
          <pc:sldMk cId="3375733817" sldId="318"/>
        </pc:sldMkLst>
        <pc:spChg chg="mod">
          <ac:chgData name="Hao Mao" userId="S::maohao@cityu.edu::5873b64d-cbe8-401a-861a-76d923642fe8" providerId="AD" clId="Web-{B5C94FC4-F1FA-E2C9-C56A-05115963B07B}" dt="2022-07-27T04:32:30.958" v="441" actId="20577"/>
          <ac:spMkLst>
            <pc:docMk/>
            <pc:sldMk cId="3375733817" sldId="318"/>
            <ac:spMk id="2" creationId="{C8FC7EAE-1D90-A947-64AA-EBEE0A5F14C8}"/>
          </ac:spMkLst>
        </pc:spChg>
        <pc:spChg chg="mod">
          <ac:chgData name="Hao Mao" userId="S::maohao@cityu.edu::5873b64d-cbe8-401a-861a-76d923642fe8" providerId="AD" clId="Web-{B5C94FC4-F1FA-E2C9-C56A-05115963B07B}" dt="2022-07-27T04:34:42.459" v="491" actId="20577"/>
          <ac:spMkLst>
            <pc:docMk/>
            <pc:sldMk cId="3375733817" sldId="318"/>
            <ac:spMk id="3" creationId="{BB223D79-FC4A-AD9B-C7FE-375974A5BDF0}"/>
          </ac:spMkLst>
        </pc:spChg>
      </pc:sldChg>
      <pc:sldChg chg="modSp new">
        <pc:chgData name="Hao Mao" userId="S::maohao@cityu.edu::5873b64d-cbe8-401a-861a-76d923642fe8" providerId="AD" clId="Web-{B5C94FC4-F1FA-E2C9-C56A-05115963B07B}" dt="2022-07-27T05:17:09.364" v="1288" actId="20577"/>
        <pc:sldMkLst>
          <pc:docMk/>
          <pc:sldMk cId="2581072181" sldId="319"/>
        </pc:sldMkLst>
        <pc:spChg chg="mod">
          <ac:chgData name="Hao Mao" userId="S::maohao@cityu.edu::5873b64d-cbe8-401a-861a-76d923642fe8" providerId="AD" clId="Web-{B5C94FC4-F1FA-E2C9-C56A-05115963B07B}" dt="2022-07-27T05:16:04.208" v="1284" actId="20577"/>
          <ac:spMkLst>
            <pc:docMk/>
            <pc:sldMk cId="2581072181" sldId="319"/>
            <ac:spMk id="2" creationId="{C379ACE9-4428-7A00-0861-28D20A33B786}"/>
          </ac:spMkLst>
        </pc:spChg>
        <pc:spChg chg="mod">
          <ac:chgData name="Hao Mao" userId="S::maohao@cityu.edu::5873b64d-cbe8-401a-861a-76d923642fe8" providerId="AD" clId="Web-{B5C94FC4-F1FA-E2C9-C56A-05115963B07B}" dt="2022-07-27T05:17:09.364" v="1288" actId="20577"/>
          <ac:spMkLst>
            <pc:docMk/>
            <pc:sldMk cId="2581072181" sldId="319"/>
            <ac:spMk id="3" creationId="{55D35C4A-4825-E2E2-13E4-8C318CB400FA}"/>
          </ac:spMkLst>
        </pc:spChg>
      </pc:sldChg>
    </pc:docChg>
  </pc:docChgLst>
  <pc:docChgLst>
    <pc:chgData name="Sion Yoon" userId="S::yoonhee@cityu.edu::f6a8c518-ffdb-419e-b9f5-da2b7c87d5c1" providerId="AD" clId="Web-{2A97AB7C-5379-8843-1EF7-180591D7602D}"/>
    <pc:docChg chg="modSld">
      <pc:chgData name="Sion Yoon" userId="S::yoonhee@cityu.edu::f6a8c518-ffdb-419e-b9f5-da2b7c87d5c1" providerId="AD" clId="Web-{2A97AB7C-5379-8843-1EF7-180591D7602D}" dt="2022-11-16T19:39:05.759" v="2" actId="20577"/>
      <pc:docMkLst>
        <pc:docMk/>
      </pc:docMkLst>
      <pc:sldChg chg="modSp">
        <pc:chgData name="Sion Yoon" userId="S::yoonhee@cityu.edu::f6a8c518-ffdb-419e-b9f5-da2b7c87d5c1" providerId="AD" clId="Web-{2A97AB7C-5379-8843-1EF7-180591D7602D}" dt="2022-11-16T19:39:05.759" v="2" actId="20577"/>
        <pc:sldMkLst>
          <pc:docMk/>
          <pc:sldMk cId="4287324827" sldId="271"/>
        </pc:sldMkLst>
        <pc:spChg chg="mod">
          <ac:chgData name="Sion Yoon" userId="S::yoonhee@cityu.edu::f6a8c518-ffdb-419e-b9f5-da2b7c87d5c1" providerId="AD" clId="Web-{2A97AB7C-5379-8843-1EF7-180591D7602D}" dt="2022-11-16T19:39:05.759" v="2" actId="20577"/>
          <ac:spMkLst>
            <pc:docMk/>
            <pc:sldMk cId="4287324827" sldId="271"/>
            <ac:spMk id="2" creationId="{00000000-0000-0000-0000-000000000000}"/>
          </ac:spMkLst>
        </pc:spChg>
      </pc:sldChg>
    </pc:docChg>
  </pc:docChgLst>
  <pc:docChgLst>
    <pc:chgData name="Sion Yoon" userId="S::yoonhee@cityu.edu::f6a8c518-ffdb-419e-b9f5-da2b7c87d5c1" providerId="AD" clId="Web-{7014320E-2321-FE3D-40CC-714502D1580D}"/>
    <pc:docChg chg="modSld">
      <pc:chgData name="Sion Yoon" userId="S::yoonhee@cityu.edu::f6a8c518-ffdb-419e-b9f5-da2b7c87d5c1" providerId="AD" clId="Web-{7014320E-2321-FE3D-40CC-714502D1580D}" dt="2023-01-05T17:15:24.951" v="7" actId="20577"/>
      <pc:docMkLst>
        <pc:docMk/>
      </pc:docMkLst>
      <pc:sldChg chg="modSp">
        <pc:chgData name="Sion Yoon" userId="S::yoonhee@cityu.edu::f6a8c518-ffdb-419e-b9f5-da2b7c87d5c1" providerId="AD" clId="Web-{7014320E-2321-FE3D-40CC-714502D1580D}" dt="2023-01-05T17:15:24.951" v="7" actId="20577"/>
        <pc:sldMkLst>
          <pc:docMk/>
          <pc:sldMk cId="2581072181" sldId="319"/>
        </pc:sldMkLst>
        <pc:spChg chg="mod">
          <ac:chgData name="Sion Yoon" userId="S::yoonhee@cityu.edu::f6a8c518-ffdb-419e-b9f5-da2b7c87d5c1" providerId="AD" clId="Web-{7014320E-2321-FE3D-40CC-714502D1580D}" dt="2023-01-05T17:15:24.951" v="7" actId="20577"/>
          <ac:spMkLst>
            <pc:docMk/>
            <pc:sldMk cId="2581072181" sldId="319"/>
            <ac:spMk id="3" creationId="{55D35C4A-4825-E2E2-13E4-8C318CB400FA}"/>
          </ac:spMkLst>
        </pc:spChg>
      </pc:sldChg>
    </pc:docChg>
  </pc:docChgLst>
  <pc:docChgLst>
    <pc:chgData name="Sion Yoon" userId="S::yoonhee@cityu.edu::f6a8c518-ffdb-419e-b9f5-da2b7c87d5c1" providerId="AD" clId="Web-{C6921996-E51E-1701-B430-F1E131BD6C66}"/>
    <pc:docChg chg="addSld delSld modSld">
      <pc:chgData name="Sion Yoon" userId="S::yoonhee@cityu.edu::f6a8c518-ffdb-419e-b9f5-da2b7c87d5c1" providerId="AD" clId="Web-{C6921996-E51E-1701-B430-F1E131BD6C66}" dt="2022-11-16T19:49:46.082" v="22" actId="20577"/>
      <pc:docMkLst>
        <pc:docMk/>
      </pc:docMkLst>
      <pc:sldChg chg="modSp del">
        <pc:chgData name="Sion Yoon" userId="S::yoonhee@cityu.edu::f6a8c518-ffdb-419e-b9f5-da2b7c87d5c1" providerId="AD" clId="Web-{C6921996-E51E-1701-B430-F1E131BD6C66}" dt="2022-11-16T19:49:29.832" v="18"/>
        <pc:sldMkLst>
          <pc:docMk/>
          <pc:sldMk cId="4287324827" sldId="271"/>
        </pc:sldMkLst>
        <pc:spChg chg="mod">
          <ac:chgData name="Sion Yoon" userId="S::yoonhee@cityu.edu::f6a8c518-ffdb-419e-b9f5-da2b7c87d5c1" providerId="AD" clId="Web-{C6921996-E51E-1701-B430-F1E131BD6C66}" dt="2022-11-16T19:48:12.111" v="2" actId="20577"/>
          <ac:spMkLst>
            <pc:docMk/>
            <pc:sldMk cId="4287324827" sldId="271"/>
            <ac:spMk id="6" creationId="{B9406128-2FE5-8641-EA7A-3E1C3C38A51C}"/>
          </ac:spMkLst>
        </pc:spChg>
      </pc:sldChg>
      <pc:sldChg chg="modSp new">
        <pc:chgData name="Sion Yoon" userId="S::yoonhee@cityu.edu::f6a8c518-ffdb-419e-b9f5-da2b7c87d5c1" providerId="AD" clId="Web-{C6921996-E51E-1701-B430-F1E131BD6C66}" dt="2022-11-16T19:49:46.082" v="22" actId="20577"/>
        <pc:sldMkLst>
          <pc:docMk/>
          <pc:sldMk cId="2254149196" sldId="320"/>
        </pc:sldMkLst>
        <pc:spChg chg="mod">
          <ac:chgData name="Sion Yoon" userId="S::yoonhee@cityu.edu::f6a8c518-ffdb-419e-b9f5-da2b7c87d5c1" providerId="AD" clId="Web-{C6921996-E51E-1701-B430-F1E131BD6C66}" dt="2022-11-16T19:48:45.237" v="10" actId="20577"/>
          <ac:spMkLst>
            <pc:docMk/>
            <pc:sldMk cId="2254149196" sldId="320"/>
            <ac:spMk id="2" creationId="{FF823B36-38F3-FD21-B3DB-FEFF341F6248}"/>
          </ac:spMkLst>
        </pc:spChg>
        <pc:spChg chg="mod">
          <ac:chgData name="Sion Yoon" userId="S::yoonhee@cityu.edu::f6a8c518-ffdb-419e-b9f5-da2b7c87d5c1" providerId="AD" clId="Web-{C6921996-E51E-1701-B430-F1E131BD6C66}" dt="2022-11-16T19:49:46.082" v="22" actId="20577"/>
          <ac:spMkLst>
            <pc:docMk/>
            <pc:sldMk cId="2254149196" sldId="320"/>
            <ac:spMk id="3" creationId="{311A5C8A-9D90-8255-ACD3-2AE9C0522FD9}"/>
          </ac:spMkLst>
        </pc:spChg>
      </pc:sldChg>
    </pc:docChg>
  </pc:docChgLst>
  <pc:docChgLst>
    <pc:chgData name="Sion Yoon" userId="S::yoonhee@cityu.edu::f6a8c518-ffdb-419e-b9f5-da2b7c87d5c1" providerId="AD" clId="Web-{ACCE84E1-9728-333C-EBBF-1916A21879AF}"/>
    <pc:docChg chg="modSld">
      <pc:chgData name="Sion Yoon" userId="S::yoonhee@cityu.edu::f6a8c518-ffdb-419e-b9f5-da2b7c87d5c1" providerId="AD" clId="Web-{ACCE84E1-9728-333C-EBBF-1916A21879AF}" dt="2022-11-16T19:56:21.842" v="0" actId="20577"/>
      <pc:docMkLst>
        <pc:docMk/>
      </pc:docMkLst>
      <pc:sldChg chg="modSp">
        <pc:chgData name="Sion Yoon" userId="S::yoonhee@cityu.edu::f6a8c518-ffdb-419e-b9f5-da2b7c87d5c1" providerId="AD" clId="Web-{ACCE84E1-9728-333C-EBBF-1916A21879AF}" dt="2022-11-16T19:56:21.842" v="0" actId="20577"/>
        <pc:sldMkLst>
          <pc:docMk/>
          <pc:sldMk cId="2254149196" sldId="320"/>
        </pc:sldMkLst>
        <pc:spChg chg="mod">
          <ac:chgData name="Sion Yoon" userId="S::yoonhee@cityu.edu::f6a8c518-ffdb-419e-b9f5-da2b7c87d5c1" providerId="AD" clId="Web-{ACCE84E1-9728-333C-EBBF-1916A21879AF}" dt="2022-11-16T19:56:21.842" v="0" actId="20577"/>
          <ac:spMkLst>
            <pc:docMk/>
            <pc:sldMk cId="2254149196" sldId="320"/>
            <ac:spMk id="3" creationId="{311A5C8A-9D90-8255-ACD3-2AE9C0522FD9}"/>
          </ac:spMkLst>
        </pc:spChg>
      </pc:sldChg>
    </pc:docChg>
  </pc:docChgLst>
  <pc:docChgLst>
    <pc:chgData name="Hao Mao" userId="S::maohao@cityu.edu::5873b64d-cbe8-401a-861a-76d923642fe8" providerId="AD" clId="Web-{162095D2-1F15-1EFA-CDD7-8117D2A7B0F6}"/>
    <pc:docChg chg="modSld">
      <pc:chgData name="Hao Mao" userId="S::maohao@cityu.edu::5873b64d-cbe8-401a-861a-76d923642fe8" providerId="AD" clId="Web-{162095D2-1F15-1EFA-CDD7-8117D2A7B0F6}" dt="2022-09-18T16:48:45.493" v="2" actId="20577"/>
      <pc:docMkLst>
        <pc:docMk/>
      </pc:docMkLst>
      <pc:sldChg chg="modSp">
        <pc:chgData name="Hao Mao" userId="S::maohao@cityu.edu::5873b64d-cbe8-401a-861a-76d923642fe8" providerId="AD" clId="Web-{162095D2-1F15-1EFA-CDD7-8117D2A7B0F6}" dt="2022-09-18T16:48:45.493" v="2" actId="20577"/>
        <pc:sldMkLst>
          <pc:docMk/>
          <pc:sldMk cId="3960939486" sldId="299"/>
        </pc:sldMkLst>
        <pc:spChg chg="mod">
          <ac:chgData name="Hao Mao" userId="S::maohao@cityu.edu::5873b64d-cbe8-401a-861a-76d923642fe8" providerId="AD" clId="Web-{162095D2-1F15-1EFA-CDD7-8117D2A7B0F6}" dt="2022-09-18T16:48:45.493" v="2" actId="20577"/>
          <ac:spMkLst>
            <pc:docMk/>
            <pc:sldMk cId="3960939486" sldId="299"/>
            <ac:spMk id="3" creationId="{00000000-0000-0000-0000-000000000000}"/>
          </ac:spMkLst>
        </pc:spChg>
      </pc:sldChg>
    </pc:docChg>
  </pc:docChgLst>
  <pc:docChgLst>
    <pc:chgData name="Sion Yoon" userId="S::yoonhee@cityu.edu::f6a8c518-ffdb-419e-b9f5-da2b7c87d5c1" providerId="AD" clId="Web-{D6F97422-4FA8-64D1-0871-0291C5B00F19}"/>
    <pc:docChg chg="modSld">
      <pc:chgData name="Sion Yoon" userId="S::yoonhee@cityu.edu::f6a8c518-ffdb-419e-b9f5-da2b7c87d5c1" providerId="AD" clId="Web-{D6F97422-4FA8-64D1-0871-0291C5B00F19}" dt="2022-11-16T19:47:10.210" v="3" actId="20577"/>
      <pc:docMkLst>
        <pc:docMk/>
      </pc:docMkLst>
      <pc:sldChg chg="modSp">
        <pc:chgData name="Sion Yoon" userId="S::yoonhee@cityu.edu::f6a8c518-ffdb-419e-b9f5-da2b7c87d5c1" providerId="AD" clId="Web-{D6F97422-4FA8-64D1-0871-0291C5B00F19}" dt="2022-11-16T19:47:10.210" v="3" actId="20577"/>
        <pc:sldMkLst>
          <pc:docMk/>
          <pc:sldMk cId="4287324827" sldId="271"/>
        </pc:sldMkLst>
        <pc:spChg chg="mod">
          <ac:chgData name="Sion Yoon" userId="S::yoonhee@cityu.edu::f6a8c518-ffdb-419e-b9f5-da2b7c87d5c1" providerId="AD" clId="Web-{D6F97422-4FA8-64D1-0871-0291C5B00F19}" dt="2022-11-16T19:47:10.210" v="3" actId="20577"/>
          <ac:spMkLst>
            <pc:docMk/>
            <pc:sldMk cId="4287324827" sldId="271"/>
            <ac:spMk id="6" creationId="{B9406128-2FE5-8641-EA7A-3E1C3C38A5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63F2E-2A32-4411-82DC-662CF387BEF6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CE2EE-373F-40D6-8B18-337DE2A7E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7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CE2EE-373F-40D6-8B18-337DE2A7EC6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036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D08BFB-6D73-40A9-B79A-D2F50413B7E0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71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7FDB-08A3-4D5E-9DD6-F1658288F222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5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A4CECC0-87BE-42E7-AC6B-8E33A763946D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2FF5-9879-425E-BD0C-A8A50695E698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56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8BAA-CDD9-48D4-B837-D32978706C2B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61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44EE-AE9E-4273-9084-587DFA11C003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60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E5427-59F3-4BDB-A23A-84F2FCB6140F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59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068E28F-5C28-430A-A9E4-60DBEE6A50CC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5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9700-2CF8-4025-81B4-2AB63BE3BA31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40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BE3-9648-4BBD-88FA-6B3C90608A72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37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30673C-0CB7-40E5-BD63-FB97CA5B1C3C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66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AB7C638-B115-4EEF-AAA5-3EF0BB26B78E}" type="datetime1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0E8EFFB-B754-4240-BAEE-F270BEFAE8E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4832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90342" y="261879"/>
            <a:ext cx="10984398" cy="2885810"/>
          </a:xfrm>
        </p:spPr>
        <p:txBody>
          <a:bodyPr>
            <a:normAutofit fontScale="90000"/>
          </a:bodyPr>
          <a:lstStyle/>
          <a:p>
            <a:pPr eaLnBrk="0" latinLnBrk="0" hangingPunct="0"/>
            <a:br>
              <a:rPr lang="en-US" altLang="ko-KR" sz="6200">
                <a:solidFill>
                  <a:schemeClr val="tx1"/>
                </a:solidFill>
              </a:rPr>
            </a:br>
            <a:r>
              <a:rPr lang="en-US" altLang="ko-KR" sz="6200">
                <a:solidFill>
                  <a:schemeClr val="tx1"/>
                </a:solidFill>
                <a:ea typeface="휴먼매직체"/>
              </a:rPr>
              <a:t>AI 510 </a:t>
            </a:r>
            <a:r>
              <a:rPr lang="en-US" sz="6200" dirty="0">
                <a:solidFill>
                  <a:schemeClr val="tx1"/>
                </a:solidFill>
                <a:ea typeface="+mj-lt"/>
                <a:cs typeface="+mj-lt"/>
              </a:rPr>
              <a:t>Artificial Intelligence in Cloud Computing</a:t>
            </a:r>
            <a:endParaRPr lang="en-US" altLang="ko-KR" sz="6200" dirty="0">
              <a:solidFill>
                <a:schemeClr val="tx1"/>
              </a:solidFill>
              <a:ea typeface="휴먼매직체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34832" y="4289823"/>
            <a:ext cx="8297593" cy="1833184"/>
          </a:xfrm>
        </p:spPr>
        <p:txBody>
          <a:bodyPr>
            <a:noAutofit/>
          </a:bodyPr>
          <a:lstStyle/>
          <a:p>
            <a:pPr eaLnBrk="0" latinLnBrk="0" hangingPunct="0"/>
            <a:r>
              <a:rPr lang="en-US" altLang="ko-KR" sz="2800" dirty="0">
                <a:solidFill>
                  <a:schemeClr val="bg1"/>
                </a:solidFill>
              </a:rPr>
              <a:t>Module 1</a:t>
            </a:r>
          </a:p>
          <a:p>
            <a:pPr eaLnBrk="0" latinLnBrk="0" hangingPunct="0"/>
            <a:r>
              <a:rPr lang="en-US" altLang="ko-KR" sz="2800" dirty="0">
                <a:solidFill>
                  <a:schemeClr val="bg1"/>
                </a:solidFill>
                <a:ea typeface="휴먼매직체"/>
              </a:rPr>
              <a:t>Introduction to AI ON Cloud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696" y="3940866"/>
            <a:ext cx="1575890" cy="157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1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3B36-38F3-FD21-B3DB-FEFF341F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A5C8A-9D90-8255-ACD3-2AE9C0522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>
              <a:spcBef>
                <a:spcPts val="0"/>
              </a:spcBef>
              <a:spcAft>
                <a:spcPts val="0"/>
              </a:spcAft>
              <a:buFont typeface="Wingdings" panose="05020102010507070707" pitchFamily="18" charset="2"/>
              <a:buChar char="§"/>
            </a:pPr>
            <a:r>
              <a:rPr lang="en-US" sz="2400" dirty="0">
                <a:ea typeface="휴먼매직체"/>
              </a:rPr>
              <a:t>Understand the meaning of </a:t>
            </a:r>
            <a:r>
              <a:rPr lang="en-US" sz="2400" dirty="0" err="1">
                <a:ea typeface="휴먼매직체"/>
              </a:rPr>
              <a:t>MLOps</a:t>
            </a:r>
            <a:br>
              <a:rPr lang="en-US" sz="2400" dirty="0">
                <a:ea typeface="휴먼매직체"/>
              </a:rPr>
            </a:br>
            <a:endParaRPr lang="en-US" sz="2400" dirty="0">
              <a:ea typeface="휴먼매직체"/>
            </a:endParaRPr>
          </a:p>
          <a:p>
            <a:pPr marL="305435" indent="-305435">
              <a:spcBef>
                <a:spcPts val="0"/>
              </a:spcBef>
              <a:spcAft>
                <a:spcPts val="0"/>
              </a:spcAft>
              <a:buFont typeface="Wingdings" panose="05020102010507070707" pitchFamily="18" charset="2"/>
              <a:buChar char="§"/>
            </a:pPr>
            <a:r>
              <a:rPr lang="en-US" sz="2400" dirty="0">
                <a:ea typeface="휴먼매직체"/>
              </a:rPr>
              <a:t>Build the concept of </a:t>
            </a:r>
            <a:r>
              <a:rPr lang="en-US" sz="2400" dirty="0" err="1">
                <a:ea typeface="휴먼매직체"/>
              </a:rPr>
              <a:t>MLOps</a:t>
            </a:r>
            <a:r>
              <a:rPr lang="en-US" sz="2400" dirty="0">
                <a:ea typeface="휴먼매직체"/>
              </a:rPr>
              <a:t> Foundations</a:t>
            </a:r>
          </a:p>
          <a:p>
            <a:pPr marL="305435" indent="-305435">
              <a:spcBef>
                <a:spcPts val="0"/>
              </a:spcBef>
              <a:spcAft>
                <a:spcPts val="0"/>
              </a:spcAft>
              <a:buFont typeface="Wingdings" panose="05020102010507070707" pitchFamily="18" charset="2"/>
              <a:buChar char="§"/>
            </a:pPr>
            <a:endParaRPr lang="en-US" sz="2400" dirty="0">
              <a:solidFill>
                <a:srgbClr val="000000"/>
              </a:solidFill>
              <a:ea typeface="휴먼매직체"/>
            </a:endParaRPr>
          </a:p>
          <a:p>
            <a:pPr marL="305435" indent="-305435">
              <a:spcBef>
                <a:spcPts val="0"/>
              </a:spcBef>
              <a:spcAft>
                <a:spcPts val="0"/>
              </a:spcAft>
              <a:buFont typeface="Wingdings" panose="05020102010507070707" pitchFamily="18" charset="2"/>
              <a:buChar char="§"/>
            </a:pPr>
            <a:endParaRPr lang="en-US" sz="2400" dirty="0">
              <a:solidFill>
                <a:srgbClr val="000000"/>
              </a:solidFill>
            </a:endParaRPr>
          </a:p>
          <a:p>
            <a:pPr marL="305435" indent="-305435">
              <a:spcBef>
                <a:spcPts val="0"/>
              </a:spcBef>
              <a:spcAft>
                <a:spcPts val="0"/>
              </a:spcAft>
              <a:buFont typeface="Wingdings" panose="05020102010507070707" pitchFamily="18" charset="2"/>
              <a:buChar char="§"/>
            </a:pPr>
            <a:endParaRPr lang="en-US" sz="2400" dirty="0">
              <a:solidFill>
                <a:srgbClr val="000000"/>
              </a:solidFill>
            </a:endParaRPr>
          </a:p>
          <a:p>
            <a:pPr marL="305435" indent="-305435">
              <a:spcBef>
                <a:spcPts val="0"/>
              </a:spcBef>
              <a:spcAft>
                <a:spcPts val="0"/>
              </a:spcAft>
              <a:buFont typeface="Wingdings" panose="05020102010507070707" pitchFamily="18" charset="2"/>
              <a:buChar char="§"/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5419-F81C-BBAE-7A28-EA623586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1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휴먼매직체"/>
              </a:rPr>
              <a:t>What</a:t>
            </a:r>
            <a:r>
              <a:rPr lang="ko-KR" altLang="en-US" dirty="0">
                <a:ea typeface="휴먼매직체"/>
              </a:rPr>
              <a:t> </a:t>
            </a:r>
            <a:r>
              <a:rPr lang="ko-KR" altLang="en-US" dirty="0" err="1">
                <a:ea typeface="휴먼매직체"/>
              </a:rPr>
              <a:t>is</a:t>
            </a:r>
            <a:r>
              <a:rPr lang="ko-KR" altLang="en-US" dirty="0">
                <a:ea typeface="휴먼매직체"/>
              </a:rPr>
              <a:t> </a:t>
            </a:r>
            <a:r>
              <a:rPr lang="ko-KR" altLang="en-US" dirty="0" err="1">
                <a:ea typeface="휴먼매직체"/>
              </a:rPr>
              <a:t>mlops</a:t>
            </a:r>
            <a:endParaRPr lang="en-US" altLang="ko-KR" dirty="0" err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40766"/>
          </a:xfrm>
        </p:spPr>
        <p:txBody>
          <a:bodyPr/>
          <a:lstStyle/>
          <a:p>
            <a:pPr marL="305435" indent="-305435"/>
            <a:r>
              <a:rPr lang="en-US" altLang="ko-KR" sz="2200" dirty="0">
                <a:ea typeface="휴먼매직체"/>
              </a:rPr>
              <a:t>Think of </a:t>
            </a:r>
            <a:r>
              <a:rPr lang="en-US" altLang="ko-KR" sz="2200" dirty="0" err="1">
                <a:ea typeface="휴먼매직체"/>
              </a:rPr>
              <a:t>MLOps</a:t>
            </a:r>
            <a:r>
              <a:rPr lang="en-US" altLang="ko-KR" sz="2200" dirty="0">
                <a:ea typeface="휴먼매직체"/>
              </a:rPr>
              <a:t> as the process of automating machine learning using DevOps methodologies</a:t>
            </a:r>
          </a:p>
          <a:p>
            <a:pPr marL="629920" lvl="1" indent="-305435"/>
            <a:r>
              <a:rPr lang="en-US" altLang="ko-KR" sz="2000" dirty="0">
                <a:ea typeface="휴먼매직체"/>
              </a:rPr>
              <a:t>+ Automating Data and Modeling</a:t>
            </a:r>
          </a:p>
          <a:p>
            <a:pPr marL="324485" lvl="1" indent="0">
              <a:buNone/>
            </a:pPr>
            <a:endParaRPr lang="en-US" altLang="ko-KR" sz="2000" dirty="0">
              <a:ea typeface="휴먼매직체"/>
            </a:endParaRPr>
          </a:p>
          <a:p>
            <a:pPr marL="305435" indent="-305435">
              <a:buFont typeface="Wingdings 2"/>
            </a:pPr>
            <a:r>
              <a:rPr lang="en-US" altLang="ko-KR" sz="2000" dirty="0">
                <a:ea typeface="휴먼매직체"/>
                <a:cs typeface="+mn-lt"/>
              </a:rPr>
              <a:t>WHY </a:t>
            </a:r>
            <a:r>
              <a:rPr lang="en-US" altLang="ko-KR" sz="2000" dirty="0" err="1">
                <a:ea typeface="휴먼매직체"/>
                <a:cs typeface="+mn-lt"/>
              </a:rPr>
              <a:t>MLOps</a:t>
            </a:r>
            <a:r>
              <a:rPr lang="en-US" altLang="ko-KR" sz="2000" dirty="0">
                <a:ea typeface="휴먼매직체"/>
                <a:cs typeface="+mn-lt"/>
              </a:rPr>
              <a:t>?</a:t>
            </a:r>
          </a:p>
          <a:p>
            <a:pPr marL="629920" lvl="1" indent="-305435"/>
            <a:r>
              <a:rPr lang="en-US" altLang="ko-KR" sz="1800" dirty="0">
                <a:ea typeface="휴먼매직체"/>
                <a:cs typeface="+mn-lt"/>
              </a:rPr>
              <a:t>There must not be components of the system that have humans as the levers of the machine</a:t>
            </a:r>
          </a:p>
          <a:p>
            <a:pPr marL="629920" lvl="1" indent="-305435"/>
            <a:r>
              <a:rPr lang="en-US" altLang="ko-KR" sz="1800" dirty="0">
                <a:ea typeface="휴먼매직체"/>
                <a:cs typeface="+mn-lt"/>
              </a:rPr>
              <a:t>The less manual human processes involved, the less chances making mistakes</a:t>
            </a:r>
          </a:p>
          <a:p>
            <a:pPr marL="629920" lvl="1" indent="-305435"/>
            <a:r>
              <a:rPr lang="en-US" altLang="ko-KR" sz="1800" dirty="0">
                <a:ea typeface="휴먼매직체"/>
                <a:cs typeface="+mn-lt"/>
              </a:rPr>
              <a:t>What's more, it saves resources and cost with les</a:t>
            </a:r>
            <a:r>
              <a:rPr lang="en-US" altLang="ko-KR" sz="1800" dirty="0">
                <a:latin typeface="Gill Sans MT"/>
                <a:ea typeface="휴먼매직체"/>
                <a:cs typeface="+mn-lt"/>
              </a:rPr>
              <a:t>s human involved process</a:t>
            </a:r>
            <a:endParaRPr lang="en-US" altLang="ko-KR" sz="1800" dirty="0">
              <a:latin typeface="Magic R"/>
              <a:ea typeface="Magic R"/>
              <a:cs typeface="+mn-lt"/>
            </a:endParaRPr>
          </a:p>
          <a:p>
            <a:pPr marL="629920" lvl="1" indent="-305435"/>
            <a:endParaRPr lang="en-US" altLang="ko-KR" sz="1800" dirty="0">
              <a:ea typeface="휴먼매직체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dirty="0" smtClean="0"/>
              <a:t>3</a:t>
            </a:fld>
            <a:endParaRPr lang="ko-KR" altLang="en-US" dirty="0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39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휴먼매직체"/>
              </a:rPr>
              <a:t>Devops</a:t>
            </a:r>
            <a:r>
              <a:rPr lang="ko-KR" altLang="en-US" dirty="0">
                <a:ea typeface="휴먼매직체"/>
              </a:rPr>
              <a:t> </a:t>
            </a:r>
            <a:r>
              <a:rPr lang="ko-KR" altLang="en-US" dirty="0" err="1">
                <a:ea typeface="휴먼매직체"/>
              </a:rPr>
              <a:t>inCludes</a:t>
            </a:r>
            <a:endParaRPr lang="ko-KR" altLang="en-US" dirty="0" err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altLang="ko-KR" dirty="0">
                <a:ea typeface="휴먼매직체"/>
              </a:rPr>
              <a:t>Continuous integration (CI)</a:t>
            </a:r>
          </a:p>
          <a:p>
            <a:pPr marL="305435" indent="-305435"/>
            <a:r>
              <a:rPr lang="en-US" altLang="ko-KR" dirty="0">
                <a:ea typeface="휴먼매직체"/>
              </a:rPr>
              <a:t>Continuous delivery (CD)</a:t>
            </a:r>
          </a:p>
          <a:p>
            <a:pPr marL="305435" indent="-305435"/>
            <a:r>
              <a:rPr lang="en-US" altLang="ko-KR" dirty="0">
                <a:ea typeface="휴먼매직체"/>
              </a:rPr>
              <a:t>Microservices</a:t>
            </a:r>
          </a:p>
          <a:p>
            <a:pPr marL="305435" indent="-305435"/>
            <a:r>
              <a:rPr lang="en-US" altLang="ko-KR" dirty="0">
                <a:ea typeface="휴먼매직체"/>
              </a:rPr>
              <a:t>Infrastructure as Code</a:t>
            </a:r>
          </a:p>
          <a:p>
            <a:pPr marL="305435" indent="-305435"/>
            <a:r>
              <a:rPr lang="en-US" altLang="ko-KR" dirty="0">
                <a:ea typeface="휴먼매직체"/>
              </a:rPr>
              <a:t>Monitoring and instrumentation</a:t>
            </a:r>
          </a:p>
          <a:p>
            <a:pPr marL="305435" indent="-305435"/>
            <a:r>
              <a:rPr lang="en-US" altLang="ko-KR" dirty="0">
                <a:ea typeface="휴먼매직체"/>
              </a:rPr>
              <a:t>Effective technical communication</a:t>
            </a:r>
          </a:p>
          <a:p>
            <a:pPr marL="305435" indent="-305435"/>
            <a:r>
              <a:rPr lang="en-US" altLang="ko-KR" dirty="0">
                <a:ea typeface="휴먼매직체"/>
              </a:rPr>
              <a:t>Effective technical project management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08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휴먼매직체"/>
              </a:rPr>
              <a:t>MLOPS </a:t>
            </a:r>
            <a:r>
              <a:rPr lang="ko-KR" altLang="en-US" dirty="0" err="1">
                <a:ea typeface="휴먼매직체"/>
              </a:rPr>
              <a:t>hierarchy</a:t>
            </a:r>
            <a:r>
              <a:rPr lang="ko-KR" altLang="en-US" dirty="0">
                <a:ea typeface="휴먼매직체"/>
              </a:rPr>
              <a:t> of </a:t>
            </a:r>
            <a:r>
              <a:rPr lang="ko-KR" altLang="en-US" dirty="0" err="1">
                <a:ea typeface="휴먼매직체"/>
              </a:rPr>
              <a:t>needs</a:t>
            </a:r>
            <a:endParaRPr lang="ko-KR" altLang="en-US" dirty="0" err="1"/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45123D38-595A-8A2E-9582-974DBC81C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161" y="1911103"/>
            <a:ext cx="4498827" cy="4224787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dirty="0" smtClean="0"/>
              <a:t>5</a:t>
            </a:fld>
            <a:endParaRPr lang="ko-KR" altLang="en-US" dirty="0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  <p:pic>
        <p:nvPicPr>
          <p:cNvPr id="8" name="Picture 6" descr="Diagram&#10;&#10;Description automatically generated">
            <a:extLst>
              <a:ext uri="{FF2B5EF4-FFF2-40B4-BE49-F238E27FC236}">
                <a16:creationId xmlns:a16="http://schemas.microsoft.com/office/drawing/2014/main" id="{E22342E8-8087-E134-A129-16BA89E06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409" y="1861519"/>
            <a:ext cx="5237736" cy="422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7EAE-1D90-A947-64AA-EBEE0A5F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23D79-FC4A-AD9B-C7FE-375974A5B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200" dirty="0"/>
              <a:t>Periodic collection of data and running of jobs</a:t>
            </a:r>
          </a:p>
          <a:p>
            <a:pPr marL="305435" indent="-305435"/>
            <a:r>
              <a:rPr lang="en-US" sz="2200" dirty="0"/>
              <a:t>Processing streaming data</a:t>
            </a:r>
          </a:p>
          <a:p>
            <a:pPr marL="305435" indent="-305435"/>
            <a:r>
              <a:rPr lang="en-US" sz="2200" dirty="0"/>
              <a:t>Serverless and event-driven data</a:t>
            </a:r>
          </a:p>
          <a:p>
            <a:pPr marL="305435" indent="-305435"/>
            <a:r>
              <a:rPr lang="en-US" sz="2200" dirty="0"/>
              <a:t>Big data jobs</a:t>
            </a:r>
          </a:p>
          <a:p>
            <a:pPr marL="305435" indent="-305435"/>
            <a:r>
              <a:rPr lang="en-US" sz="2200" dirty="0"/>
              <a:t>Data and model versioning for ML engineering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23D5-EF91-A8C4-9D3C-C9B743FA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733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E830057-F4EE-412A-8526-36BE1CE18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AEBA82-E2D4-4653-AEE3-E95B330DD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86509E-DAF8-4DA0-B09B-FA3FB341C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E11946-6976-4B44-971A-07BFBE954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5DD9E25-AB50-4F01-9CA6-96497CDE7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 descr="Diagram&#10;&#10;Description automatically generated">
            <a:extLst>
              <a:ext uri="{FF2B5EF4-FFF2-40B4-BE49-F238E27FC236}">
                <a16:creationId xmlns:a16="http://schemas.microsoft.com/office/drawing/2014/main" id="{B1266E50-4A9A-56C3-4284-040009D73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654" y="722303"/>
            <a:ext cx="4829881" cy="5221297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</a:pPr>
            <a:r>
              <a:rPr lang="en-US" altLang="ko-KR" sz="3100">
                <a:solidFill>
                  <a:srgbClr val="FFFFFF"/>
                </a:solidFill>
              </a:rPr>
              <a:t>Data engineering with a cloud data lake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2301D8-0106-4E04-A846-C29A66593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rgbClr val="318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D0E8EFFB-B754-4240-BAEE-F270BEFAE8EF}" type="slidenum">
              <a:rPr lang="en-US" altLang="ko-KR">
                <a:solidFill>
                  <a:schemeClr val="accent1">
                    <a:lumMod val="75000"/>
                    <a:lumOff val="25000"/>
                  </a:schemeClr>
                </a:solidFill>
              </a:rPr>
              <a:pPr latinLnBrk="0">
                <a:spcAft>
                  <a:spcPts val="600"/>
                </a:spcAft>
              </a:pPr>
              <a:t>7</a:t>
            </a:fld>
            <a:endParaRPr lang="en-US" altLang="ko-KR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3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BED655-2EC5-4704-ADD4-A91564533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A419E7-4B43-4FA7-846D-76D394A32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D34090-8F5C-4A49-8452-7328D6632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55B7B2-03F9-46F2-AE7C-2AC5156F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8620" y="863695"/>
            <a:ext cx="3511233" cy="377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600" dirty="0">
                <a:solidFill>
                  <a:srgbClr val="FFFFFF"/>
                </a:solidFill>
                <a:ea typeface="휴먼매직체"/>
              </a:rPr>
              <a:t>Platform automation</a:t>
            </a:r>
            <a:br>
              <a:rPr lang="en-US" altLang="ko-KR" sz="3600" dirty="0">
                <a:solidFill>
                  <a:srgbClr val="FFFFFF"/>
                </a:solidFill>
                <a:ea typeface="휴먼매직체"/>
              </a:rPr>
            </a:br>
            <a:br>
              <a:rPr lang="en-US" altLang="ko-KR" sz="3600" dirty="0">
                <a:solidFill>
                  <a:srgbClr val="FFFFFF"/>
                </a:solidFill>
                <a:ea typeface="휴먼매직체"/>
              </a:rPr>
            </a:br>
            <a:r>
              <a:rPr lang="en-US" altLang="ko-KR" sz="3600" dirty="0">
                <a:solidFill>
                  <a:srgbClr val="FFFFFF"/>
                </a:solidFill>
                <a:ea typeface="휴먼매직체"/>
              </a:rPr>
              <a:t>An example:</a:t>
            </a:r>
            <a:br>
              <a:rPr lang="en-US" altLang="ko-KR" sz="3600" dirty="0">
                <a:solidFill>
                  <a:srgbClr val="FFFFFF"/>
                </a:solidFill>
                <a:ea typeface="휴먼매직체"/>
              </a:rPr>
            </a:br>
            <a:r>
              <a:rPr lang="en-US" altLang="ko-KR" sz="3600" dirty="0" err="1">
                <a:solidFill>
                  <a:srgbClr val="FFFFFF"/>
                </a:solidFill>
                <a:ea typeface="휴먼매직체"/>
              </a:rPr>
              <a:t>Sagemaker</a:t>
            </a:r>
            <a:r>
              <a:rPr lang="en-US" altLang="ko-KR" sz="3600" dirty="0">
                <a:solidFill>
                  <a:srgbClr val="FFFFFF"/>
                </a:solidFill>
                <a:ea typeface="휴먼매직체"/>
              </a:rPr>
              <a:t> </a:t>
            </a:r>
            <a:r>
              <a:rPr lang="en-US" altLang="ko-KR" sz="3600" dirty="0" err="1">
                <a:solidFill>
                  <a:srgbClr val="FFFFFF"/>
                </a:solidFill>
                <a:ea typeface="휴먼매직체"/>
              </a:rPr>
              <a:t>MLOps</a:t>
            </a:r>
            <a:r>
              <a:rPr lang="en-US" altLang="ko-KR" sz="3600" dirty="0">
                <a:solidFill>
                  <a:srgbClr val="FFFFFF"/>
                </a:solidFill>
                <a:ea typeface="휴먼매직체"/>
              </a:rPr>
              <a:t> pipeline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rgbClr val="FDC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 latinLnBrk="0">
              <a:spcAft>
                <a:spcPts val="600"/>
              </a:spcAft>
            </a:pPr>
            <a:fld id="{D0E8EFFB-B754-4240-BAEE-F270BEFAE8EF}" type="slidenum">
              <a:rPr lang="en-US" altLang="ko-KR">
                <a:solidFill>
                  <a:srgbClr val="FFFFFF"/>
                </a:solidFill>
              </a:rPr>
              <a:pPr defTabSz="457200" latinLnBrk="0">
                <a:spcAft>
                  <a:spcPts val="600"/>
                </a:spcAft>
              </a:pPr>
              <a:t>8</a:t>
            </a:fld>
            <a:endParaRPr lang="en-US" altLang="ko-KR">
              <a:solidFill>
                <a:srgbClr val="FFFFFF"/>
              </a:solidFill>
            </a:endParaRP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8610F478-9539-6C6D-EF3F-087BCCB3A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2129" y="6530"/>
            <a:ext cx="7202486" cy="6806130"/>
          </a:xfrm>
        </p:spPr>
      </p:pic>
    </p:spTree>
    <p:extLst>
      <p:ext uri="{BB962C8B-B14F-4D97-AF65-F5344CB8AC3E}">
        <p14:creationId xmlns:p14="http://schemas.microsoft.com/office/powerpoint/2010/main" val="139033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휴먼매직체"/>
              </a:rPr>
              <a:t>MLOPS </a:t>
            </a:r>
            <a:r>
              <a:rPr lang="ko-KR" altLang="en-US" dirty="0" err="1">
                <a:ea typeface="휴먼매직체"/>
              </a:rPr>
              <a:t>best</a:t>
            </a:r>
            <a:r>
              <a:rPr lang="ko-KR" altLang="en-US" dirty="0">
                <a:ea typeface="휴먼매직체"/>
              </a:rPr>
              <a:t> </a:t>
            </a:r>
            <a:r>
              <a:rPr lang="ko-KR" altLang="en-US" dirty="0" err="1">
                <a:ea typeface="휴먼매직체"/>
              </a:rPr>
              <a:t>Practices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altLang="ko-KR" sz="2400" dirty="0">
                <a:ea typeface="휴먼매직체"/>
              </a:rPr>
              <a:t>Create reproducible models with robust model packaging, validation, and deployment</a:t>
            </a:r>
          </a:p>
          <a:p>
            <a:pPr marL="305435" indent="-305435"/>
            <a:r>
              <a:rPr lang="en-US" altLang="ko-KR" sz="2400" dirty="0">
                <a:ea typeface="휴먼매직체"/>
              </a:rPr>
              <a:t>Ability to explain and observe model performance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2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830057-F4EE-412A-8526-36BE1CE18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AEBA82-E2D4-4653-AEE3-E95B330DD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6509E-DAF8-4DA0-B09B-FA3FB341C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E11946-6976-4B44-971A-07BFBE954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DD9E25-AB50-4F01-9CA6-96497CDE7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A8B573D7-3EE4-8A83-B23C-5745DA946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166" y="1359672"/>
            <a:ext cx="6518800" cy="443278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3600" dirty="0" err="1">
                <a:solidFill>
                  <a:srgbClr val="FFFFFF"/>
                </a:solidFill>
              </a:rPr>
              <a:t>MLOps</a:t>
            </a:r>
            <a:r>
              <a:rPr lang="en-US" altLang="ko-KR" sz="3600" dirty="0">
                <a:solidFill>
                  <a:srgbClr val="FFFFFF"/>
                </a:solidFill>
              </a:rPr>
              <a:t> Feedback Loop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2301D8-0106-4E04-A846-C29A66593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D0E8EFFB-B754-4240-BAEE-F270BEFAE8EF}" type="slidenum">
              <a:rPr lang="en-US" altLang="ko-KR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latinLnBrk="0">
                <a:spcAft>
                  <a:spcPts val="600"/>
                </a:spcAft>
              </a:pPr>
              <a:t>10</a:t>
            </a:fld>
            <a:endParaRPr lang="en-US" altLang="ko-KR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4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휴먼매직체"/>
              </a:rPr>
              <a:t>So</a:t>
            </a:r>
            <a:r>
              <a:rPr lang="ko-KR" altLang="en-US" dirty="0">
                <a:ea typeface="휴먼매직체"/>
              </a:rPr>
              <a:t> </a:t>
            </a:r>
            <a:r>
              <a:rPr lang="ko-KR" altLang="en-US" dirty="0" err="1">
                <a:ea typeface="휴먼매직체"/>
              </a:rPr>
              <a:t>far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altLang="ko-KR" sz="2000" dirty="0">
                <a:ea typeface="휴먼매직체"/>
              </a:rPr>
              <a:t>Discussed the importance of using DevOps principles in the context of machine learning</a:t>
            </a:r>
          </a:p>
          <a:p>
            <a:pPr marL="305435" indent="-305435"/>
            <a:r>
              <a:rPr lang="en-US" altLang="ko-KR" sz="2000" dirty="0" err="1">
                <a:ea typeface="휴먼매직체"/>
              </a:rPr>
              <a:t>MLOps</a:t>
            </a:r>
            <a:r>
              <a:rPr lang="en-US" altLang="ko-KR" sz="2000" dirty="0">
                <a:ea typeface="휴먼매직체"/>
              </a:rPr>
              <a:t> adds the new complexities of managing both the data and the model</a:t>
            </a:r>
          </a:p>
          <a:p>
            <a:pPr marL="305435" indent="-305435"/>
            <a:r>
              <a:rPr lang="en-US" altLang="ko-KR" sz="2000" b="1" dirty="0">
                <a:ea typeface="휴먼매직체"/>
              </a:rPr>
              <a:t>Next going to discuss </a:t>
            </a:r>
            <a:r>
              <a:rPr lang="en-US" altLang="ko-KR" sz="2000" b="1" dirty="0" err="1">
                <a:ea typeface="휴먼매직체"/>
              </a:rPr>
              <a:t>MLOps</a:t>
            </a:r>
            <a:r>
              <a:rPr lang="en-US" altLang="ko-KR" sz="2000" b="1" dirty="0">
                <a:ea typeface="휴먼매직체"/>
              </a:rPr>
              <a:t> foundations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23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휴먼매직체"/>
              </a:rPr>
              <a:t>MLOps</a:t>
            </a:r>
            <a:r>
              <a:rPr lang="ko-KR" altLang="en-US" dirty="0">
                <a:ea typeface="휴먼매직체"/>
              </a:rPr>
              <a:t> </a:t>
            </a:r>
            <a:r>
              <a:rPr lang="ko-KR" altLang="en-US" dirty="0" err="1">
                <a:ea typeface="휴먼매직체"/>
              </a:rPr>
              <a:t>Foundations</a:t>
            </a:r>
            <a:endParaRPr lang="ko-KR" altLang="en-US" dirty="0" err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altLang="ko-KR" sz="2000" dirty="0">
                <a:ea typeface="휴먼매직체"/>
              </a:rPr>
              <a:t>Several key building blocks set the foundation of </a:t>
            </a:r>
            <a:r>
              <a:rPr lang="en-US" altLang="ko-KR" sz="2000" dirty="0" err="1">
                <a:ea typeface="휴먼매직체"/>
              </a:rPr>
              <a:t>MLOps</a:t>
            </a:r>
            <a:endParaRPr lang="en-US" altLang="ko-KR" sz="2000" dirty="0">
              <a:ea typeface="휴먼매직체"/>
            </a:endParaRPr>
          </a:p>
          <a:p>
            <a:pPr marL="629920" lvl="1" indent="-305435"/>
            <a:r>
              <a:rPr lang="en-US" altLang="ko-KR" sz="2000" b="1" dirty="0">
                <a:ea typeface="휴먼매직체"/>
              </a:rPr>
              <a:t>Bash and the </a:t>
            </a:r>
            <a:r>
              <a:rPr lang="en-US" altLang="ko-KR" sz="2000" b="1" dirty="0" err="1">
                <a:ea typeface="휴먼매직체"/>
              </a:rPr>
              <a:t>linux</a:t>
            </a:r>
            <a:r>
              <a:rPr lang="en-US" altLang="ko-KR" sz="2000" b="1" dirty="0">
                <a:ea typeface="휴먼매직체"/>
              </a:rPr>
              <a:t> command line -&gt; cloud shell development environments</a:t>
            </a:r>
          </a:p>
          <a:p>
            <a:pPr marL="629920" lvl="1" indent="-305435"/>
            <a:r>
              <a:rPr lang="en-US" altLang="ko-KR" sz="2000" b="1" dirty="0">
                <a:ea typeface="휴먼매직체"/>
              </a:rPr>
              <a:t>Cloud computing environment setup</a:t>
            </a:r>
          </a:p>
          <a:p>
            <a:pPr marL="629920" lvl="1" indent="-305435"/>
            <a:r>
              <a:rPr lang="en-US" altLang="ko-KR" sz="2000" b="1" dirty="0">
                <a:ea typeface="휴먼매직체"/>
              </a:rPr>
              <a:t>Python (script) engineering</a:t>
            </a:r>
          </a:p>
          <a:p>
            <a:pPr marL="629920" lvl="1" indent="-305435"/>
            <a:r>
              <a:rPr lang="en-US" altLang="ko-KR" sz="2000" b="1" dirty="0">
                <a:ea typeface="휴먼매직체"/>
              </a:rPr>
              <a:t>Machine learning concepts &amp; optimization</a:t>
            </a:r>
          </a:p>
          <a:p>
            <a:pPr marL="629920" lvl="1" indent="-305435"/>
            <a:r>
              <a:rPr lang="en-US" altLang="ko-KR" sz="2000" b="1" dirty="0">
                <a:ea typeface="휴먼매직체"/>
              </a:rPr>
              <a:t>Data science</a:t>
            </a:r>
          </a:p>
          <a:p>
            <a:pPr marL="629920" lvl="1" indent="-305435"/>
            <a:endParaRPr lang="en-US" altLang="ko-KR" sz="2000" dirty="0">
              <a:ea typeface="휴먼매직체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8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휴먼매직체"/>
              </a:rPr>
              <a:t>ML Optimization</a:t>
            </a:r>
            <a:endParaRPr lang="ko-KR" altLang="en-US" dirty="0">
              <a:ea typeface="휴먼매직체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altLang="ko-KR" sz="2400" dirty="0">
                <a:ea typeface="휴먼매직체"/>
              </a:rPr>
              <a:t>A fundamental problem in machine learning is the concept of optimization</a:t>
            </a:r>
          </a:p>
          <a:p>
            <a:pPr marL="305435" indent="-305435"/>
            <a:r>
              <a:rPr lang="en-US" altLang="ko-KR" sz="2400" dirty="0">
                <a:ea typeface="휴먼매직체"/>
              </a:rPr>
              <a:t>Optimization is the ability to find the best, or good enough, solution to a problem</a:t>
            </a:r>
          </a:p>
          <a:p>
            <a:pPr marL="305435" indent="-305435"/>
            <a:r>
              <a:rPr lang="en-US" altLang="ko-KR" sz="2400" dirty="0">
                <a:ea typeface="휴먼매직체"/>
              </a:rPr>
              <a:t>Gradient descent is an optimization algorithm at the heart of deep learning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9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휴먼매직체"/>
              </a:rPr>
              <a:t>Machine learning key concepts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altLang="ko-KR" sz="2400" dirty="0">
                <a:ea typeface="휴먼매직체"/>
              </a:rPr>
              <a:t>Machine learning is the ability for computers to perform tasks without explicit programming. They do this by "learning" from data.</a:t>
            </a:r>
            <a:endParaRPr lang="en-US" altLang="ko-KR" sz="2400" dirty="0">
              <a:ea typeface="휴먼매직체" panose="02030504000101010101" pitchFamily="18" charset="-127"/>
            </a:endParaRPr>
          </a:p>
          <a:p>
            <a:pPr marL="305435" indent="-305435"/>
            <a:r>
              <a:rPr lang="en-US" altLang="ko-KR" sz="2400" dirty="0">
                <a:ea typeface="휴먼매직체"/>
              </a:rPr>
              <a:t>Three categories: supervised, unsupervised, and reinforcement learning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06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휴먼매직체"/>
              </a:rPr>
              <a:t>conclusion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altLang="ko-KR" sz="2200" dirty="0">
                <a:ea typeface="휴먼매직체"/>
              </a:rPr>
              <a:t>Went through the foundational knowledge necessary to deploy machine learning into production</a:t>
            </a:r>
          </a:p>
          <a:p>
            <a:pPr marL="305435" indent="-305435"/>
            <a:r>
              <a:rPr lang="en-US" altLang="ko-KR" sz="2200" dirty="0">
                <a:ea typeface="휴먼매직체"/>
              </a:rPr>
              <a:t>Listed critical steps as a company/organization wishing to do </a:t>
            </a:r>
            <a:r>
              <a:rPr lang="en-US" altLang="ko-KR" sz="2200" dirty="0" err="1">
                <a:ea typeface="휴먼매직체"/>
              </a:rPr>
              <a:t>MLOps</a:t>
            </a:r>
            <a:r>
              <a:rPr lang="en-US" altLang="ko-KR" sz="2200" dirty="0">
                <a:ea typeface="휴먼매직체"/>
              </a:rPr>
              <a:t>. Such as Linux terminal and how to navigate it, data science engineering and etc.</a:t>
            </a:r>
          </a:p>
          <a:p>
            <a:pPr marL="305435" indent="-305435"/>
            <a:r>
              <a:rPr lang="en-US" altLang="ko-KR" sz="2200" dirty="0">
                <a:ea typeface="휴먼매직체"/>
              </a:rPr>
              <a:t>Also, key concepts of machine learning and deep learning</a:t>
            </a:r>
          </a:p>
          <a:p>
            <a:pPr marL="305435" indent="-305435"/>
            <a:endParaRPr lang="en-US" altLang="ko-KR" dirty="0">
              <a:ea typeface="휴먼매직체"/>
            </a:endParaRPr>
          </a:p>
          <a:p>
            <a:pPr marL="305435" indent="-305435"/>
            <a:endParaRPr lang="en-US" altLang="ko-KR" dirty="0">
              <a:ea typeface="휴먼매직체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18" y="0"/>
            <a:ext cx="858982" cy="8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73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ACE9-4428-7A00-0861-28D20A33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35C4A-4825-E2E2-13E4-8C318CB40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 eaLnBrk="0" latinLnBrk="0" hangingPunct="0"/>
            <a:r>
              <a:rPr lang="en-US" sz="3000" dirty="0">
                <a:ea typeface="+mn-lt"/>
                <a:cs typeface="+mn-lt"/>
              </a:rPr>
              <a:t>Gift, N., &amp; Deza, A. (2021). </a:t>
            </a:r>
            <a:r>
              <a:rPr lang="en-US" sz="3000" i="1" dirty="0">
                <a:ea typeface="+mn-lt"/>
                <a:cs typeface="+mn-lt"/>
              </a:rPr>
              <a:t>Practical </a:t>
            </a:r>
            <a:r>
              <a:rPr lang="en-US" sz="3000" i="1" dirty="0" err="1">
                <a:ea typeface="+mn-lt"/>
                <a:cs typeface="+mn-lt"/>
              </a:rPr>
              <a:t>MLOps</a:t>
            </a:r>
            <a:r>
              <a:rPr lang="en-US" sz="3000" i="1" dirty="0">
                <a:ea typeface="+mn-lt"/>
                <a:cs typeface="+mn-lt"/>
              </a:rPr>
              <a:t>: Operationalizing Machine Learning Models</a:t>
            </a:r>
            <a:r>
              <a:rPr lang="en-US" sz="3000" dirty="0">
                <a:ea typeface="+mn-lt"/>
                <a:cs typeface="+mn-lt"/>
              </a:rPr>
              <a:t> (1st ed.). O’Reilly Media.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1B3F0-DD5C-F510-9F2E-535CA418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EFFB-B754-4240-BAEE-F270BEFAE8E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422442"/>
      </p:ext>
    </p:extLst>
  </p:cSld>
  <p:clrMapOvr>
    <a:masterClrMapping/>
  </p:clrMapOvr>
</p:sld>
</file>

<file path=ppt/theme/theme1.xml><?xml version="1.0" encoding="utf-8"?>
<a:theme xmlns:a="http://schemas.openxmlformats.org/drawingml/2006/main" name="분할">
  <a:themeElements>
    <a:clrScheme name="청록색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분할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분할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TM03457464[[fn=분할]]</Template>
  <TotalTime>17550</TotalTime>
  <Words>443</Words>
  <Application>Microsoft Office PowerPoint</Application>
  <PresentationFormat>Widescreen</PresentationFormat>
  <Paragraphs>77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맑은 고딕</vt:lpstr>
      <vt:lpstr>Magic R</vt:lpstr>
      <vt:lpstr>Gill Sans MT</vt:lpstr>
      <vt:lpstr>Wingdings</vt:lpstr>
      <vt:lpstr>Wingdings 2</vt:lpstr>
      <vt:lpstr>분할</vt:lpstr>
      <vt:lpstr> AI 510 Artificial Intelligence in Cloud Computing</vt:lpstr>
      <vt:lpstr>LEARNING OBJECTIVES</vt:lpstr>
      <vt:lpstr>What is mlops</vt:lpstr>
      <vt:lpstr>Devops inCludes</vt:lpstr>
      <vt:lpstr>MLOPS hierarchy of needs</vt:lpstr>
      <vt:lpstr>Data automation</vt:lpstr>
      <vt:lpstr>Data engineering with a cloud data lake</vt:lpstr>
      <vt:lpstr>Platform automation  An example: Sagemaker MLOps pipeline</vt:lpstr>
      <vt:lpstr>MLOPS best Practices</vt:lpstr>
      <vt:lpstr>MLOps Feedback Loop</vt:lpstr>
      <vt:lpstr>So far</vt:lpstr>
      <vt:lpstr>MLOps Foundations</vt:lpstr>
      <vt:lpstr>ML Optimization</vt:lpstr>
      <vt:lpstr>Machine learning key concepts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687 Technology/Computing Capstone</dc:title>
  <dc:creator>sion</dc:creator>
  <cp:lastModifiedBy>Sion Yoon</cp:lastModifiedBy>
  <cp:revision>502</cp:revision>
  <dcterms:created xsi:type="dcterms:W3CDTF">2020-07-03T06:25:00Z</dcterms:created>
  <dcterms:modified xsi:type="dcterms:W3CDTF">2023-01-05T20:30:28Z</dcterms:modified>
</cp:coreProperties>
</file>